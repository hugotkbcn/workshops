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Dosis"/>
      <p:regular r:id="rId20"/>
      <p:bold r:id="rId21"/>
    </p:embeddedFont>
    <p:embeddedFont>
      <p:font typeface="Staatliches"/>
      <p:regular r:id="rId22"/>
    </p:embeddedFont>
    <p:embeddedFont>
      <p:font typeface="Fira Sans Extra Condensed Medium"/>
      <p:regular r:id="rId23"/>
      <p:bold r:id="rId24"/>
      <p:italic r:id="rId25"/>
      <p:boldItalic r:id="rId26"/>
    </p:embeddedFont>
    <p:embeddedFont>
      <p:font typeface="Abel"/>
      <p:regular r:id="rId27"/>
    </p:embeddedFont>
    <p:embeddedFont>
      <p:font typeface="Squada One"/>
      <p:regular r:id="rId28"/>
    </p:embeddedFont>
    <p:embeddedFont>
      <p:font typeface="Josefin Sans"/>
      <p:regular r:id="rId29"/>
      <p:bold r:id="rId30"/>
      <p:italic r:id="rId31"/>
      <p:boldItalic r:id="rId32"/>
    </p:embeddedFont>
    <p:embeddedFont>
      <p:font typeface="Dosis ExtraLight"/>
      <p:regular r:id="rId33"/>
      <p:bold r:id="rId34"/>
    </p:embeddedFont>
    <p:embeddedFont>
      <p:font typeface="Fira Sans Condensed Extra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osis-regular.fntdata"/><Relationship Id="rId22" Type="http://schemas.openxmlformats.org/officeDocument/2006/relationships/font" Target="fonts/Staatliches-regular.fntdata"/><Relationship Id="rId21" Type="http://schemas.openxmlformats.org/officeDocument/2006/relationships/font" Target="fonts/Dosis-bold.fntdata"/><Relationship Id="rId24" Type="http://schemas.openxmlformats.org/officeDocument/2006/relationships/font" Target="fonts/FiraSansExtraCondensedMedium-bold.fntdata"/><Relationship Id="rId23" Type="http://schemas.openxmlformats.org/officeDocument/2006/relationships/font" Target="fonts/FiraSansExtraCondensed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boldItalic.fntdata"/><Relationship Id="rId25" Type="http://schemas.openxmlformats.org/officeDocument/2006/relationships/font" Target="fonts/FiraSansExtraCondensedMedium-italic.fntdata"/><Relationship Id="rId28" Type="http://schemas.openxmlformats.org/officeDocument/2006/relationships/font" Target="fonts/SquadaOne-regular.fntdata"/><Relationship Id="rId27" Type="http://schemas.openxmlformats.org/officeDocument/2006/relationships/font" Target="fonts/A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efi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efinSans-italic.fntdata"/><Relationship Id="rId30" Type="http://schemas.openxmlformats.org/officeDocument/2006/relationships/font" Target="fonts/JosefinSans-bold.fntdata"/><Relationship Id="rId11" Type="http://schemas.openxmlformats.org/officeDocument/2006/relationships/slide" Target="slides/slide6.xml"/><Relationship Id="rId33" Type="http://schemas.openxmlformats.org/officeDocument/2006/relationships/font" Target="fonts/DosisExtraLight-regular.fntdata"/><Relationship Id="rId10" Type="http://schemas.openxmlformats.org/officeDocument/2006/relationships/slide" Target="slides/slide5.xml"/><Relationship Id="rId32" Type="http://schemas.openxmlformats.org/officeDocument/2006/relationships/font" Target="fonts/JosefinSans-boldItalic.fntdata"/><Relationship Id="rId13" Type="http://schemas.openxmlformats.org/officeDocument/2006/relationships/slide" Target="slides/slide8.xml"/><Relationship Id="rId35" Type="http://schemas.openxmlformats.org/officeDocument/2006/relationships/font" Target="fonts/FiraSansCondensedExtraLight-regular.fntdata"/><Relationship Id="rId12" Type="http://schemas.openxmlformats.org/officeDocument/2006/relationships/slide" Target="slides/slide7.xml"/><Relationship Id="rId34" Type="http://schemas.openxmlformats.org/officeDocument/2006/relationships/font" Target="fonts/DosisExtraLight-bold.fntdata"/><Relationship Id="rId15" Type="http://schemas.openxmlformats.org/officeDocument/2006/relationships/slide" Target="slides/slide10.xml"/><Relationship Id="rId37" Type="http://schemas.openxmlformats.org/officeDocument/2006/relationships/font" Target="fonts/FiraSansCondensedExtraLight-italic.fntdata"/><Relationship Id="rId14" Type="http://schemas.openxmlformats.org/officeDocument/2006/relationships/slide" Target="slides/slide9.xml"/><Relationship Id="rId36" Type="http://schemas.openxmlformats.org/officeDocument/2006/relationships/font" Target="fonts/FiraSansCondensedExtra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FiraSansCondensedExtra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ae69ee214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ae69ee21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ae69ee2149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ae69ee214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ae69ee2149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ae69ee2149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ae69ee2149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ae69ee2149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ae69ee2149_1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ae69ee2149_1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ae69ee2149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ae69ee2149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ae69ee2149_1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ae69ee2149_1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ae69ee2149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ae69ee2149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ae69ee2149_1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ae69ee2149_1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e69ee2149_1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e69ee2149_1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ae69ee2149_1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ae69ee2149_1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61854c95c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61854c95c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571f33f51b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571f33f51b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Software_development" TargetMode="External"/><Relationship Id="rId4" Type="http://schemas.openxmlformats.org/officeDocument/2006/relationships/hyperlink" Target="https://en.wikipedia.org/wiki/IT_operation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 Hugo Lachkar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2" name="Google Shape;112;p19"/>
          <p:cNvSpPr txBox="1"/>
          <p:nvPr>
            <p:ph type="ctrTitle"/>
          </p:nvPr>
        </p:nvSpPr>
        <p:spPr>
          <a:xfrm>
            <a:off x="4612350" y="1392125"/>
            <a:ext cx="43419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Devops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grpSp>
        <p:nvGrpSpPr>
          <p:cNvPr id="113" name="Google Shape;113;p19"/>
          <p:cNvGrpSpPr/>
          <p:nvPr/>
        </p:nvGrpSpPr>
        <p:grpSpPr>
          <a:xfrm>
            <a:off x="557691" y="928166"/>
            <a:ext cx="3856961" cy="3149503"/>
            <a:chOff x="366675" y="580995"/>
            <a:chExt cx="4653108" cy="3799617"/>
          </a:xfrm>
        </p:grpSpPr>
        <p:sp>
          <p:nvSpPr>
            <p:cNvPr id="114" name="Google Shape;114;p19"/>
            <p:cNvSpPr/>
            <p:nvPr/>
          </p:nvSpPr>
          <p:spPr>
            <a:xfrm>
              <a:off x="1706803" y="3406751"/>
              <a:ext cx="1797718" cy="973861"/>
            </a:xfrm>
            <a:custGeom>
              <a:rect b="b" l="l" r="r" t="t"/>
              <a:pathLst>
                <a:path extrusionOk="0" h="20061" w="37032">
                  <a:moveTo>
                    <a:pt x="24638" y="0"/>
                  </a:moveTo>
                  <a:cubicBezTo>
                    <a:pt x="21748" y="0"/>
                    <a:pt x="18857" y="636"/>
                    <a:pt x="16653" y="1909"/>
                  </a:cubicBezTo>
                  <a:cubicBezTo>
                    <a:pt x="12916" y="4067"/>
                    <a:pt x="12346" y="7361"/>
                    <a:pt x="14947" y="9865"/>
                  </a:cubicBezTo>
                  <a:cubicBezTo>
                    <a:pt x="14796" y="9910"/>
                    <a:pt x="14653" y="9965"/>
                    <a:pt x="14526" y="10036"/>
                  </a:cubicBezTo>
                  <a:lnTo>
                    <a:pt x="595" y="18080"/>
                  </a:lnTo>
                  <a:cubicBezTo>
                    <a:pt x="1" y="18422"/>
                    <a:pt x="1" y="18975"/>
                    <a:pt x="595" y="19316"/>
                  </a:cubicBezTo>
                  <a:lnTo>
                    <a:pt x="1465" y="19821"/>
                  </a:lnTo>
                  <a:cubicBezTo>
                    <a:pt x="1742" y="19982"/>
                    <a:pt x="2098" y="20060"/>
                    <a:pt x="2457" y="20060"/>
                  </a:cubicBezTo>
                  <a:cubicBezTo>
                    <a:pt x="2861" y="20060"/>
                    <a:pt x="3268" y="19960"/>
                    <a:pt x="3571" y="19763"/>
                  </a:cubicBezTo>
                  <a:lnTo>
                    <a:pt x="16547" y="11272"/>
                  </a:lnTo>
                  <a:cubicBezTo>
                    <a:pt x="16602" y="11234"/>
                    <a:pt x="16650" y="11193"/>
                    <a:pt x="16697" y="11152"/>
                  </a:cubicBezTo>
                  <a:cubicBezTo>
                    <a:pt x="18897" y="12410"/>
                    <a:pt x="21769" y="13038"/>
                    <a:pt x="24640" y="13038"/>
                  </a:cubicBezTo>
                  <a:cubicBezTo>
                    <a:pt x="27529" y="13038"/>
                    <a:pt x="30418" y="12402"/>
                    <a:pt x="32622" y="11129"/>
                  </a:cubicBezTo>
                  <a:cubicBezTo>
                    <a:pt x="37032" y="8582"/>
                    <a:pt x="37032" y="4456"/>
                    <a:pt x="32622" y="1909"/>
                  </a:cubicBezTo>
                  <a:cubicBezTo>
                    <a:pt x="30418" y="636"/>
                    <a:pt x="27528" y="0"/>
                    <a:pt x="24638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2346698" y="2136151"/>
              <a:ext cx="2467882" cy="1420621"/>
            </a:xfrm>
            <a:custGeom>
              <a:rect b="b" l="l" r="r" t="t"/>
              <a:pathLst>
                <a:path extrusionOk="0" h="29264" w="50837">
                  <a:moveTo>
                    <a:pt x="18855" y="1"/>
                  </a:moveTo>
                  <a:cubicBezTo>
                    <a:pt x="18596" y="1"/>
                    <a:pt x="18338" y="57"/>
                    <a:pt x="18140" y="170"/>
                  </a:cubicBezTo>
                  <a:lnTo>
                    <a:pt x="393" y="10443"/>
                  </a:lnTo>
                  <a:cubicBezTo>
                    <a:pt x="0" y="10668"/>
                    <a:pt x="0" y="11037"/>
                    <a:pt x="393" y="11265"/>
                  </a:cubicBezTo>
                  <a:lnTo>
                    <a:pt x="31266" y="29092"/>
                  </a:lnTo>
                  <a:cubicBezTo>
                    <a:pt x="31464" y="29206"/>
                    <a:pt x="31723" y="29263"/>
                    <a:pt x="31981" y="29263"/>
                  </a:cubicBezTo>
                  <a:cubicBezTo>
                    <a:pt x="32239" y="29263"/>
                    <a:pt x="32497" y="29206"/>
                    <a:pt x="32693" y="29092"/>
                  </a:cubicBezTo>
                  <a:lnTo>
                    <a:pt x="50441" y="18822"/>
                  </a:lnTo>
                  <a:cubicBezTo>
                    <a:pt x="50836" y="18593"/>
                    <a:pt x="50836" y="18225"/>
                    <a:pt x="50441" y="17999"/>
                  </a:cubicBezTo>
                  <a:lnTo>
                    <a:pt x="19566" y="170"/>
                  </a:lnTo>
                  <a:cubicBezTo>
                    <a:pt x="19370" y="57"/>
                    <a:pt x="19113" y="1"/>
                    <a:pt x="18855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700506" y="2863463"/>
              <a:ext cx="1990733" cy="1141341"/>
            </a:xfrm>
            <a:custGeom>
              <a:rect b="b" l="l" r="r" t="t"/>
              <a:pathLst>
                <a:path extrusionOk="0" h="23511" w="41008">
                  <a:moveTo>
                    <a:pt x="34646" y="0"/>
                  </a:moveTo>
                  <a:cubicBezTo>
                    <a:pt x="34270" y="0"/>
                    <a:pt x="33893" y="83"/>
                    <a:pt x="33605" y="249"/>
                  </a:cubicBezTo>
                  <a:lnTo>
                    <a:pt x="577" y="19320"/>
                  </a:lnTo>
                  <a:cubicBezTo>
                    <a:pt x="1" y="19651"/>
                    <a:pt x="1" y="20187"/>
                    <a:pt x="577" y="20519"/>
                  </a:cubicBezTo>
                  <a:lnTo>
                    <a:pt x="5325" y="23263"/>
                  </a:lnTo>
                  <a:cubicBezTo>
                    <a:pt x="5612" y="23428"/>
                    <a:pt x="5988" y="23511"/>
                    <a:pt x="6364" y="23511"/>
                  </a:cubicBezTo>
                  <a:cubicBezTo>
                    <a:pt x="6740" y="23511"/>
                    <a:pt x="7116" y="23428"/>
                    <a:pt x="7403" y="23263"/>
                  </a:cubicBezTo>
                  <a:lnTo>
                    <a:pt x="40434" y="4190"/>
                  </a:lnTo>
                  <a:cubicBezTo>
                    <a:pt x="41007" y="3859"/>
                    <a:pt x="41007" y="3320"/>
                    <a:pt x="40434" y="2989"/>
                  </a:cubicBezTo>
                  <a:lnTo>
                    <a:pt x="35686" y="249"/>
                  </a:lnTo>
                  <a:cubicBezTo>
                    <a:pt x="35398" y="83"/>
                    <a:pt x="35022" y="0"/>
                    <a:pt x="34646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4434852" y="3645303"/>
              <a:ext cx="473552" cy="235792"/>
            </a:xfrm>
            <a:custGeom>
              <a:rect b="b" l="l" r="r" t="t"/>
              <a:pathLst>
                <a:path extrusionOk="0" h="9587" w="19254">
                  <a:moveTo>
                    <a:pt x="9627" y="1"/>
                  </a:moveTo>
                  <a:cubicBezTo>
                    <a:pt x="7382" y="1"/>
                    <a:pt x="5137" y="469"/>
                    <a:pt x="3424" y="1406"/>
                  </a:cubicBezTo>
                  <a:cubicBezTo>
                    <a:pt x="1" y="3276"/>
                    <a:pt x="1" y="6310"/>
                    <a:pt x="3424" y="8184"/>
                  </a:cubicBezTo>
                  <a:cubicBezTo>
                    <a:pt x="5137" y="9119"/>
                    <a:pt x="7382" y="9587"/>
                    <a:pt x="9627" y="9587"/>
                  </a:cubicBezTo>
                  <a:cubicBezTo>
                    <a:pt x="11871" y="9587"/>
                    <a:pt x="14115" y="9119"/>
                    <a:pt x="15827" y="8184"/>
                  </a:cubicBezTo>
                  <a:cubicBezTo>
                    <a:pt x="19253" y="6310"/>
                    <a:pt x="19253" y="3276"/>
                    <a:pt x="15827" y="1406"/>
                  </a:cubicBezTo>
                  <a:cubicBezTo>
                    <a:pt x="14115" y="469"/>
                    <a:pt x="11871" y="1"/>
                    <a:pt x="9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4636944" y="3274415"/>
              <a:ext cx="368311" cy="421079"/>
            </a:xfrm>
            <a:custGeom>
              <a:rect b="b" l="l" r="r" t="t"/>
              <a:pathLst>
                <a:path extrusionOk="0" h="8674" w="7587">
                  <a:moveTo>
                    <a:pt x="5681" y="1"/>
                  </a:moveTo>
                  <a:cubicBezTo>
                    <a:pt x="4566" y="1"/>
                    <a:pt x="3216" y="763"/>
                    <a:pt x="2245" y="1793"/>
                  </a:cubicBezTo>
                  <a:cubicBezTo>
                    <a:pt x="1031" y="3086"/>
                    <a:pt x="85" y="5226"/>
                    <a:pt x="0" y="6288"/>
                  </a:cubicBezTo>
                  <a:lnTo>
                    <a:pt x="0" y="8674"/>
                  </a:lnTo>
                  <a:lnTo>
                    <a:pt x="1454" y="6664"/>
                  </a:lnTo>
                  <a:cubicBezTo>
                    <a:pt x="2204" y="4988"/>
                    <a:pt x="4399" y="3906"/>
                    <a:pt x="5870" y="3018"/>
                  </a:cubicBezTo>
                  <a:cubicBezTo>
                    <a:pt x="7341" y="2134"/>
                    <a:pt x="7587" y="639"/>
                    <a:pt x="6471" y="155"/>
                  </a:cubicBezTo>
                  <a:cubicBezTo>
                    <a:pt x="6229" y="49"/>
                    <a:pt x="5963" y="1"/>
                    <a:pt x="5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4623352" y="3309948"/>
              <a:ext cx="301416" cy="339961"/>
            </a:xfrm>
            <a:custGeom>
              <a:rect b="b" l="l" r="r" t="t"/>
              <a:pathLst>
                <a:path extrusionOk="0" h="7003" w="6209">
                  <a:moveTo>
                    <a:pt x="6121" y="1"/>
                  </a:moveTo>
                  <a:cubicBezTo>
                    <a:pt x="6115" y="1"/>
                    <a:pt x="6109" y="1"/>
                    <a:pt x="6102" y="3"/>
                  </a:cubicBezTo>
                  <a:cubicBezTo>
                    <a:pt x="4259" y="521"/>
                    <a:pt x="1027" y="3279"/>
                    <a:pt x="10" y="6904"/>
                  </a:cubicBezTo>
                  <a:cubicBezTo>
                    <a:pt x="0" y="6945"/>
                    <a:pt x="24" y="6989"/>
                    <a:pt x="65" y="7000"/>
                  </a:cubicBezTo>
                  <a:cubicBezTo>
                    <a:pt x="71" y="7003"/>
                    <a:pt x="79" y="7003"/>
                    <a:pt x="85" y="7003"/>
                  </a:cubicBezTo>
                  <a:cubicBezTo>
                    <a:pt x="120" y="7003"/>
                    <a:pt x="150" y="6982"/>
                    <a:pt x="161" y="6945"/>
                  </a:cubicBezTo>
                  <a:cubicBezTo>
                    <a:pt x="1164" y="3375"/>
                    <a:pt x="4335" y="665"/>
                    <a:pt x="6143" y="153"/>
                  </a:cubicBezTo>
                  <a:cubicBezTo>
                    <a:pt x="6184" y="143"/>
                    <a:pt x="6208" y="99"/>
                    <a:pt x="6198" y="58"/>
                  </a:cubicBezTo>
                  <a:cubicBezTo>
                    <a:pt x="6189" y="23"/>
                    <a:pt x="6156" y="1"/>
                    <a:pt x="6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4636944" y="3493827"/>
              <a:ext cx="312678" cy="270881"/>
            </a:xfrm>
            <a:custGeom>
              <a:rect b="b" l="l" r="r" t="t"/>
              <a:pathLst>
                <a:path extrusionOk="0" h="5580" w="6441">
                  <a:moveTo>
                    <a:pt x="4587" y="0"/>
                  </a:moveTo>
                  <a:cubicBezTo>
                    <a:pt x="4544" y="0"/>
                    <a:pt x="4501" y="1"/>
                    <a:pt x="4457" y="3"/>
                  </a:cubicBezTo>
                  <a:cubicBezTo>
                    <a:pt x="3102" y="61"/>
                    <a:pt x="601" y="1703"/>
                    <a:pt x="0" y="4426"/>
                  </a:cubicBezTo>
                  <a:lnTo>
                    <a:pt x="160" y="5580"/>
                  </a:lnTo>
                  <a:cubicBezTo>
                    <a:pt x="379" y="4997"/>
                    <a:pt x="1188" y="4072"/>
                    <a:pt x="2433" y="3352"/>
                  </a:cubicBezTo>
                  <a:cubicBezTo>
                    <a:pt x="3812" y="2556"/>
                    <a:pt x="5495" y="2273"/>
                    <a:pt x="5935" y="1604"/>
                  </a:cubicBezTo>
                  <a:cubicBezTo>
                    <a:pt x="6440" y="825"/>
                    <a:pt x="5852" y="0"/>
                    <a:pt x="45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4630294" y="3530573"/>
              <a:ext cx="250735" cy="202675"/>
            </a:xfrm>
            <a:custGeom>
              <a:rect b="b" l="l" r="r" t="t"/>
              <a:pathLst>
                <a:path extrusionOk="0" h="4175" w="5165">
                  <a:moveTo>
                    <a:pt x="5082" y="1"/>
                  </a:moveTo>
                  <a:cubicBezTo>
                    <a:pt x="3853" y="62"/>
                    <a:pt x="1407" y="987"/>
                    <a:pt x="18" y="4065"/>
                  </a:cubicBezTo>
                  <a:cubicBezTo>
                    <a:pt x="0" y="4106"/>
                    <a:pt x="18" y="4151"/>
                    <a:pt x="55" y="4167"/>
                  </a:cubicBezTo>
                  <a:cubicBezTo>
                    <a:pt x="65" y="4175"/>
                    <a:pt x="76" y="4175"/>
                    <a:pt x="89" y="4175"/>
                  </a:cubicBezTo>
                  <a:cubicBezTo>
                    <a:pt x="117" y="4175"/>
                    <a:pt x="147" y="4158"/>
                    <a:pt x="158" y="4131"/>
                  </a:cubicBezTo>
                  <a:cubicBezTo>
                    <a:pt x="1522" y="1113"/>
                    <a:pt x="3980" y="212"/>
                    <a:pt x="5089" y="158"/>
                  </a:cubicBezTo>
                  <a:cubicBezTo>
                    <a:pt x="5134" y="154"/>
                    <a:pt x="5164" y="120"/>
                    <a:pt x="5164" y="76"/>
                  </a:cubicBezTo>
                  <a:cubicBezTo>
                    <a:pt x="5161" y="31"/>
                    <a:pt x="5126" y="1"/>
                    <a:pt x="5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366675" y="3174718"/>
              <a:ext cx="380787" cy="349621"/>
            </a:xfrm>
            <a:custGeom>
              <a:rect b="b" l="l" r="r" t="t"/>
              <a:pathLst>
                <a:path extrusionOk="0" h="7202" w="7844">
                  <a:moveTo>
                    <a:pt x="2311" y="0"/>
                  </a:moveTo>
                  <a:cubicBezTo>
                    <a:pt x="987" y="0"/>
                    <a:pt x="1" y="1228"/>
                    <a:pt x="1444" y="2079"/>
                  </a:cubicBezTo>
                  <a:cubicBezTo>
                    <a:pt x="2949" y="2970"/>
                    <a:pt x="5625" y="3877"/>
                    <a:pt x="6857" y="7201"/>
                  </a:cubicBezTo>
                  <a:lnTo>
                    <a:pt x="7844" y="6820"/>
                  </a:lnTo>
                  <a:cubicBezTo>
                    <a:pt x="7844" y="6820"/>
                    <a:pt x="7595" y="4615"/>
                    <a:pt x="6495" y="2901"/>
                  </a:cubicBezTo>
                  <a:cubicBezTo>
                    <a:pt x="5396" y="1188"/>
                    <a:pt x="3888" y="120"/>
                    <a:pt x="2482" y="7"/>
                  </a:cubicBezTo>
                  <a:cubicBezTo>
                    <a:pt x="2424" y="2"/>
                    <a:pt x="2367" y="0"/>
                    <a:pt x="2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453470" y="3206756"/>
              <a:ext cx="277386" cy="271269"/>
            </a:xfrm>
            <a:custGeom>
              <a:rect b="b" l="l" r="r" t="t"/>
              <a:pathLst>
                <a:path extrusionOk="0" h="5588" w="5714">
                  <a:moveTo>
                    <a:pt x="83" y="0"/>
                  </a:moveTo>
                  <a:cubicBezTo>
                    <a:pt x="48" y="0"/>
                    <a:pt x="16" y="25"/>
                    <a:pt x="7" y="60"/>
                  </a:cubicBezTo>
                  <a:cubicBezTo>
                    <a:pt x="1" y="101"/>
                    <a:pt x="24" y="139"/>
                    <a:pt x="65" y="149"/>
                  </a:cubicBezTo>
                  <a:cubicBezTo>
                    <a:pt x="1325" y="439"/>
                    <a:pt x="4099" y="1941"/>
                    <a:pt x="5561" y="5542"/>
                  </a:cubicBezTo>
                  <a:cubicBezTo>
                    <a:pt x="5572" y="5571"/>
                    <a:pt x="5599" y="5588"/>
                    <a:pt x="5628" y="5588"/>
                  </a:cubicBezTo>
                  <a:cubicBezTo>
                    <a:pt x="5633" y="5588"/>
                    <a:pt x="5638" y="5587"/>
                    <a:pt x="5643" y="5586"/>
                  </a:cubicBezTo>
                  <a:cubicBezTo>
                    <a:pt x="5649" y="5586"/>
                    <a:pt x="5653" y="5586"/>
                    <a:pt x="5659" y="5583"/>
                  </a:cubicBezTo>
                  <a:cubicBezTo>
                    <a:pt x="5697" y="5566"/>
                    <a:pt x="5714" y="5525"/>
                    <a:pt x="5700" y="5484"/>
                  </a:cubicBezTo>
                  <a:cubicBezTo>
                    <a:pt x="4216" y="1828"/>
                    <a:pt x="1387" y="300"/>
                    <a:pt x="100" y="2"/>
                  </a:cubicBezTo>
                  <a:cubicBezTo>
                    <a:pt x="94" y="1"/>
                    <a:pt x="88" y="0"/>
                    <a:pt x="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393811" y="3379567"/>
              <a:ext cx="390933" cy="387389"/>
            </a:xfrm>
            <a:custGeom>
              <a:rect b="b" l="l" r="r" t="t"/>
              <a:pathLst>
                <a:path extrusionOk="0" h="7980" w="8053">
                  <a:moveTo>
                    <a:pt x="5338" y="0"/>
                  </a:moveTo>
                  <a:cubicBezTo>
                    <a:pt x="4528" y="0"/>
                    <a:pt x="3789" y="610"/>
                    <a:pt x="2980" y="610"/>
                  </a:cubicBezTo>
                  <a:cubicBezTo>
                    <a:pt x="2942" y="610"/>
                    <a:pt x="2903" y="609"/>
                    <a:pt x="2865" y="606"/>
                  </a:cubicBezTo>
                  <a:cubicBezTo>
                    <a:pt x="2636" y="585"/>
                    <a:pt x="2414" y="517"/>
                    <a:pt x="2189" y="476"/>
                  </a:cubicBezTo>
                  <a:cubicBezTo>
                    <a:pt x="2050" y="451"/>
                    <a:pt x="1906" y="437"/>
                    <a:pt x="1763" y="437"/>
                  </a:cubicBezTo>
                  <a:cubicBezTo>
                    <a:pt x="1170" y="437"/>
                    <a:pt x="572" y="662"/>
                    <a:pt x="250" y="1149"/>
                  </a:cubicBezTo>
                  <a:cubicBezTo>
                    <a:pt x="80" y="1401"/>
                    <a:pt x="1" y="1736"/>
                    <a:pt x="124" y="2012"/>
                  </a:cubicBezTo>
                  <a:cubicBezTo>
                    <a:pt x="257" y="2319"/>
                    <a:pt x="592" y="2477"/>
                    <a:pt x="902" y="2603"/>
                  </a:cubicBezTo>
                  <a:cubicBezTo>
                    <a:pt x="1209" y="2726"/>
                    <a:pt x="1547" y="2863"/>
                    <a:pt x="1715" y="3149"/>
                  </a:cubicBezTo>
                  <a:cubicBezTo>
                    <a:pt x="2052" y="3732"/>
                    <a:pt x="1499" y="4555"/>
                    <a:pt x="1861" y="5122"/>
                  </a:cubicBezTo>
                  <a:cubicBezTo>
                    <a:pt x="2014" y="5361"/>
                    <a:pt x="2298" y="5487"/>
                    <a:pt x="2575" y="5535"/>
                  </a:cubicBezTo>
                  <a:cubicBezTo>
                    <a:pt x="2806" y="5579"/>
                    <a:pt x="3042" y="5579"/>
                    <a:pt x="3277" y="5599"/>
                  </a:cubicBezTo>
                  <a:cubicBezTo>
                    <a:pt x="3390" y="5596"/>
                    <a:pt x="3499" y="5586"/>
                    <a:pt x="3608" y="5572"/>
                  </a:cubicBezTo>
                  <a:cubicBezTo>
                    <a:pt x="3732" y="5554"/>
                    <a:pt x="3861" y="5541"/>
                    <a:pt x="3989" y="5541"/>
                  </a:cubicBezTo>
                  <a:cubicBezTo>
                    <a:pt x="4192" y="5541"/>
                    <a:pt x="4394" y="5574"/>
                    <a:pt x="4574" y="5675"/>
                  </a:cubicBezTo>
                  <a:cubicBezTo>
                    <a:pt x="5038" y="5934"/>
                    <a:pt x="5182" y="6521"/>
                    <a:pt x="5462" y="6971"/>
                  </a:cubicBezTo>
                  <a:cubicBezTo>
                    <a:pt x="5799" y="7514"/>
                    <a:pt x="6397" y="7866"/>
                    <a:pt x="7025" y="7951"/>
                  </a:cubicBezTo>
                  <a:cubicBezTo>
                    <a:pt x="7124" y="7964"/>
                    <a:pt x="7263" y="7979"/>
                    <a:pt x="7405" y="7979"/>
                  </a:cubicBezTo>
                  <a:cubicBezTo>
                    <a:pt x="7561" y="7979"/>
                    <a:pt x="7719" y="7961"/>
                    <a:pt x="7830" y="7900"/>
                  </a:cubicBezTo>
                  <a:cubicBezTo>
                    <a:pt x="7847" y="7889"/>
                    <a:pt x="7861" y="7880"/>
                    <a:pt x="7875" y="7869"/>
                  </a:cubicBezTo>
                  <a:cubicBezTo>
                    <a:pt x="7878" y="7869"/>
                    <a:pt x="7878" y="7869"/>
                    <a:pt x="7878" y="7866"/>
                  </a:cubicBezTo>
                  <a:cubicBezTo>
                    <a:pt x="7909" y="7835"/>
                    <a:pt x="7946" y="7790"/>
                    <a:pt x="7960" y="7770"/>
                  </a:cubicBezTo>
                  <a:cubicBezTo>
                    <a:pt x="7964" y="7767"/>
                    <a:pt x="7967" y="7760"/>
                    <a:pt x="7970" y="7757"/>
                  </a:cubicBezTo>
                  <a:cubicBezTo>
                    <a:pt x="8052" y="7453"/>
                    <a:pt x="7916" y="7138"/>
                    <a:pt x="7912" y="6825"/>
                  </a:cubicBezTo>
                  <a:lnTo>
                    <a:pt x="7912" y="6770"/>
                  </a:lnTo>
                  <a:cubicBezTo>
                    <a:pt x="7926" y="6405"/>
                    <a:pt x="7937" y="6046"/>
                    <a:pt x="7943" y="5681"/>
                  </a:cubicBezTo>
                  <a:cubicBezTo>
                    <a:pt x="7960" y="5016"/>
                    <a:pt x="7967" y="4347"/>
                    <a:pt x="7964" y="3682"/>
                  </a:cubicBezTo>
                  <a:cubicBezTo>
                    <a:pt x="7960" y="3248"/>
                    <a:pt x="8011" y="2773"/>
                    <a:pt x="7827" y="2364"/>
                  </a:cubicBezTo>
                  <a:cubicBezTo>
                    <a:pt x="7625" y="1916"/>
                    <a:pt x="7121" y="1907"/>
                    <a:pt x="6929" y="1466"/>
                  </a:cubicBezTo>
                  <a:cubicBezTo>
                    <a:pt x="6854" y="1289"/>
                    <a:pt x="6814" y="1101"/>
                    <a:pt x="6738" y="924"/>
                  </a:cubicBezTo>
                  <a:cubicBezTo>
                    <a:pt x="6516" y="405"/>
                    <a:pt x="5984" y="29"/>
                    <a:pt x="5418" y="2"/>
                  </a:cubicBezTo>
                  <a:cubicBezTo>
                    <a:pt x="5391" y="1"/>
                    <a:pt x="5365" y="0"/>
                    <a:pt x="5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436092" y="3433838"/>
              <a:ext cx="351466" cy="254910"/>
            </a:xfrm>
            <a:custGeom>
              <a:rect b="b" l="l" r="r" t="t"/>
              <a:pathLst>
                <a:path extrusionOk="0" h="5251" w="7240">
                  <a:moveTo>
                    <a:pt x="267" y="1"/>
                  </a:moveTo>
                  <a:cubicBezTo>
                    <a:pt x="193" y="1"/>
                    <a:pt x="128" y="3"/>
                    <a:pt x="72" y="7"/>
                  </a:cubicBezTo>
                  <a:cubicBezTo>
                    <a:pt x="31" y="10"/>
                    <a:pt x="1" y="48"/>
                    <a:pt x="1" y="89"/>
                  </a:cubicBezTo>
                  <a:cubicBezTo>
                    <a:pt x="4" y="128"/>
                    <a:pt x="38" y="157"/>
                    <a:pt x="76" y="157"/>
                  </a:cubicBezTo>
                  <a:cubicBezTo>
                    <a:pt x="79" y="157"/>
                    <a:pt x="81" y="157"/>
                    <a:pt x="83" y="157"/>
                  </a:cubicBezTo>
                  <a:cubicBezTo>
                    <a:pt x="137" y="153"/>
                    <a:pt x="200" y="151"/>
                    <a:pt x="270" y="151"/>
                  </a:cubicBezTo>
                  <a:cubicBezTo>
                    <a:pt x="1638" y="151"/>
                    <a:pt x="5950" y="944"/>
                    <a:pt x="7086" y="5195"/>
                  </a:cubicBezTo>
                  <a:cubicBezTo>
                    <a:pt x="7095" y="5228"/>
                    <a:pt x="7125" y="5251"/>
                    <a:pt x="7159" y="5251"/>
                  </a:cubicBezTo>
                  <a:cubicBezTo>
                    <a:pt x="7163" y="5251"/>
                    <a:pt x="7167" y="5250"/>
                    <a:pt x="7171" y="5250"/>
                  </a:cubicBezTo>
                  <a:lnTo>
                    <a:pt x="7178" y="5250"/>
                  </a:lnTo>
                  <a:cubicBezTo>
                    <a:pt x="7215" y="5236"/>
                    <a:pt x="7239" y="5195"/>
                    <a:pt x="7229" y="5157"/>
                  </a:cubicBezTo>
                  <a:cubicBezTo>
                    <a:pt x="6071" y="815"/>
                    <a:pt x="1669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519780" y="3520729"/>
              <a:ext cx="170199" cy="55681"/>
            </a:xfrm>
            <a:custGeom>
              <a:rect b="b" l="l" r="r" t="t"/>
              <a:pathLst>
                <a:path extrusionOk="0" h="1147" w="3506">
                  <a:moveTo>
                    <a:pt x="2775" y="1"/>
                  </a:moveTo>
                  <a:cubicBezTo>
                    <a:pt x="1057" y="1"/>
                    <a:pt x="43" y="1007"/>
                    <a:pt x="30" y="1015"/>
                  </a:cubicBezTo>
                  <a:cubicBezTo>
                    <a:pt x="0" y="1046"/>
                    <a:pt x="0" y="1094"/>
                    <a:pt x="30" y="1125"/>
                  </a:cubicBezTo>
                  <a:cubicBezTo>
                    <a:pt x="45" y="1139"/>
                    <a:pt x="66" y="1146"/>
                    <a:pt x="87" y="1146"/>
                  </a:cubicBezTo>
                  <a:cubicBezTo>
                    <a:pt x="91" y="1146"/>
                    <a:pt x="95" y="1146"/>
                    <a:pt x="99" y="1146"/>
                  </a:cubicBezTo>
                  <a:cubicBezTo>
                    <a:pt x="112" y="1142"/>
                    <a:pt x="126" y="1135"/>
                    <a:pt x="136" y="1122"/>
                  </a:cubicBezTo>
                  <a:cubicBezTo>
                    <a:pt x="148" y="1112"/>
                    <a:pt x="1122" y="152"/>
                    <a:pt x="2769" y="152"/>
                  </a:cubicBezTo>
                  <a:cubicBezTo>
                    <a:pt x="2974" y="152"/>
                    <a:pt x="3188" y="167"/>
                    <a:pt x="3413" y="200"/>
                  </a:cubicBezTo>
                  <a:cubicBezTo>
                    <a:pt x="3417" y="201"/>
                    <a:pt x="3421" y="201"/>
                    <a:pt x="3425" y="201"/>
                  </a:cubicBezTo>
                  <a:cubicBezTo>
                    <a:pt x="3461" y="201"/>
                    <a:pt x="3492" y="175"/>
                    <a:pt x="3499" y="135"/>
                  </a:cubicBezTo>
                  <a:cubicBezTo>
                    <a:pt x="3505" y="94"/>
                    <a:pt x="3478" y="57"/>
                    <a:pt x="3437" y="50"/>
                  </a:cubicBezTo>
                  <a:cubicBezTo>
                    <a:pt x="3206" y="16"/>
                    <a:pt x="2985" y="1"/>
                    <a:pt x="27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397183" y="2005523"/>
              <a:ext cx="2384725" cy="1372707"/>
            </a:xfrm>
            <a:custGeom>
              <a:rect b="b" l="l" r="r" t="t"/>
              <a:pathLst>
                <a:path extrusionOk="0" h="28277" w="49124">
                  <a:moveTo>
                    <a:pt x="18221" y="1"/>
                  </a:moveTo>
                  <a:cubicBezTo>
                    <a:pt x="17971" y="1"/>
                    <a:pt x="17721" y="56"/>
                    <a:pt x="17530" y="165"/>
                  </a:cubicBezTo>
                  <a:lnTo>
                    <a:pt x="383" y="10089"/>
                  </a:lnTo>
                  <a:cubicBezTo>
                    <a:pt x="1" y="10308"/>
                    <a:pt x="1" y="10666"/>
                    <a:pt x="383" y="10885"/>
                  </a:cubicBezTo>
                  <a:lnTo>
                    <a:pt x="30216" y="28110"/>
                  </a:lnTo>
                  <a:cubicBezTo>
                    <a:pt x="30405" y="28221"/>
                    <a:pt x="30655" y="28276"/>
                    <a:pt x="30904" y="28276"/>
                  </a:cubicBezTo>
                  <a:cubicBezTo>
                    <a:pt x="31154" y="28276"/>
                    <a:pt x="31404" y="28221"/>
                    <a:pt x="31595" y="28110"/>
                  </a:cubicBezTo>
                  <a:lnTo>
                    <a:pt x="48742" y="18189"/>
                  </a:lnTo>
                  <a:cubicBezTo>
                    <a:pt x="49124" y="17967"/>
                    <a:pt x="49124" y="17612"/>
                    <a:pt x="48742" y="17390"/>
                  </a:cubicBezTo>
                  <a:lnTo>
                    <a:pt x="18909" y="165"/>
                  </a:lnTo>
                  <a:cubicBezTo>
                    <a:pt x="18719" y="56"/>
                    <a:pt x="18470" y="1"/>
                    <a:pt x="182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199781" y="3044527"/>
              <a:ext cx="144518" cy="75973"/>
            </a:xfrm>
            <a:custGeom>
              <a:rect b="b" l="l" r="r" t="t"/>
              <a:pathLst>
                <a:path extrusionOk="0" h="1565" w="2977">
                  <a:moveTo>
                    <a:pt x="1488" y="0"/>
                  </a:moveTo>
                  <a:cubicBezTo>
                    <a:pt x="1141" y="0"/>
                    <a:pt x="794" y="76"/>
                    <a:pt x="530" y="228"/>
                  </a:cubicBezTo>
                  <a:cubicBezTo>
                    <a:pt x="0" y="536"/>
                    <a:pt x="0" y="1030"/>
                    <a:pt x="530" y="1334"/>
                  </a:cubicBezTo>
                  <a:cubicBezTo>
                    <a:pt x="794" y="1488"/>
                    <a:pt x="1141" y="1565"/>
                    <a:pt x="1488" y="1565"/>
                  </a:cubicBezTo>
                  <a:cubicBezTo>
                    <a:pt x="1835" y="1565"/>
                    <a:pt x="2182" y="1488"/>
                    <a:pt x="2447" y="1334"/>
                  </a:cubicBezTo>
                  <a:cubicBezTo>
                    <a:pt x="2976" y="1030"/>
                    <a:pt x="2976" y="536"/>
                    <a:pt x="2447" y="228"/>
                  </a:cubicBezTo>
                  <a:cubicBezTo>
                    <a:pt x="2182" y="76"/>
                    <a:pt x="1835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3897406" y="2853270"/>
              <a:ext cx="899345" cy="633658"/>
            </a:xfrm>
            <a:custGeom>
              <a:rect b="b" l="l" r="r" t="t"/>
              <a:pathLst>
                <a:path extrusionOk="0" h="13053" w="18526">
                  <a:moveTo>
                    <a:pt x="17946" y="1"/>
                  </a:moveTo>
                  <a:cubicBezTo>
                    <a:pt x="18212" y="223"/>
                    <a:pt x="18178" y="527"/>
                    <a:pt x="17837" y="725"/>
                  </a:cubicBezTo>
                  <a:lnTo>
                    <a:pt x="690" y="10646"/>
                  </a:lnTo>
                  <a:cubicBezTo>
                    <a:pt x="499" y="10756"/>
                    <a:pt x="250" y="10813"/>
                    <a:pt x="1" y="10813"/>
                  </a:cubicBezTo>
                  <a:lnTo>
                    <a:pt x="1" y="13053"/>
                  </a:lnTo>
                  <a:cubicBezTo>
                    <a:pt x="250" y="13053"/>
                    <a:pt x="499" y="12998"/>
                    <a:pt x="690" y="12889"/>
                  </a:cubicBezTo>
                  <a:lnTo>
                    <a:pt x="17837" y="2963"/>
                  </a:lnTo>
                  <a:cubicBezTo>
                    <a:pt x="18219" y="2745"/>
                    <a:pt x="18526" y="2209"/>
                    <a:pt x="18526" y="1769"/>
                  </a:cubicBezTo>
                  <a:lnTo>
                    <a:pt x="18526" y="1120"/>
                  </a:lnTo>
                  <a:cubicBezTo>
                    <a:pt x="18526" y="725"/>
                    <a:pt x="18274" y="251"/>
                    <a:pt x="17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2382280" y="2498909"/>
              <a:ext cx="1515235" cy="988036"/>
            </a:xfrm>
            <a:custGeom>
              <a:rect b="b" l="l" r="r" t="t"/>
              <a:pathLst>
                <a:path extrusionOk="0" h="20353" w="31213">
                  <a:moveTo>
                    <a:pt x="584" y="1"/>
                  </a:moveTo>
                  <a:cubicBezTo>
                    <a:pt x="253" y="250"/>
                    <a:pt x="0" y="721"/>
                    <a:pt x="0" y="1120"/>
                  </a:cubicBezTo>
                  <a:lnTo>
                    <a:pt x="0" y="1768"/>
                  </a:lnTo>
                  <a:cubicBezTo>
                    <a:pt x="0" y="2209"/>
                    <a:pt x="308" y="2742"/>
                    <a:pt x="690" y="2963"/>
                  </a:cubicBezTo>
                  <a:lnTo>
                    <a:pt x="30523" y="20189"/>
                  </a:lnTo>
                  <a:cubicBezTo>
                    <a:pt x="30711" y="20298"/>
                    <a:pt x="30963" y="20353"/>
                    <a:pt x="31213" y="20353"/>
                  </a:cubicBezTo>
                  <a:lnTo>
                    <a:pt x="31213" y="18113"/>
                  </a:lnTo>
                  <a:cubicBezTo>
                    <a:pt x="30963" y="18113"/>
                    <a:pt x="30711" y="18056"/>
                    <a:pt x="30523" y="17946"/>
                  </a:cubicBezTo>
                  <a:lnTo>
                    <a:pt x="690" y="721"/>
                  </a:lnTo>
                  <a:cubicBezTo>
                    <a:pt x="348" y="527"/>
                    <a:pt x="315" y="219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2579753" y="2115521"/>
              <a:ext cx="2008452" cy="1158575"/>
            </a:xfrm>
            <a:custGeom>
              <a:rect b="b" l="l" r="r" t="t"/>
              <a:pathLst>
                <a:path extrusionOk="0" h="23866" w="41373">
                  <a:moveTo>
                    <a:pt x="16822" y="0"/>
                  </a:moveTo>
                  <a:cubicBezTo>
                    <a:pt x="16672" y="0"/>
                    <a:pt x="16521" y="34"/>
                    <a:pt x="16407" y="100"/>
                  </a:cubicBezTo>
                  <a:lnTo>
                    <a:pt x="229" y="9458"/>
                  </a:lnTo>
                  <a:cubicBezTo>
                    <a:pt x="1" y="9592"/>
                    <a:pt x="1" y="9806"/>
                    <a:pt x="229" y="9936"/>
                  </a:cubicBezTo>
                  <a:lnTo>
                    <a:pt x="24141" y="23766"/>
                  </a:lnTo>
                  <a:cubicBezTo>
                    <a:pt x="24255" y="23832"/>
                    <a:pt x="24405" y="23865"/>
                    <a:pt x="24556" y="23865"/>
                  </a:cubicBezTo>
                  <a:cubicBezTo>
                    <a:pt x="24706" y="23865"/>
                    <a:pt x="24856" y="23832"/>
                    <a:pt x="24970" y="23766"/>
                  </a:cubicBezTo>
                  <a:lnTo>
                    <a:pt x="41144" y="14404"/>
                  </a:lnTo>
                  <a:cubicBezTo>
                    <a:pt x="41373" y="14271"/>
                    <a:pt x="41373" y="14059"/>
                    <a:pt x="41144" y="13926"/>
                  </a:cubicBezTo>
                  <a:lnTo>
                    <a:pt x="17237" y="100"/>
                  </a:lnTo>
                  <a:cubicBezTo>
                    <a:pt x="17122" y="34"/>
                    <a:pt x="16972" y="0"/>
                    <a:pt x="168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2698247" y="2179160"/>
              <a:ext cx="1113574" cy="639046"/>
            </a:xfrm>
            <a:custGeom>
              <a:rect b="b" l="l" r="r" t="t"/>
              <a:pathLst>
                <a:path extrusionOk="0" h="13164" w="22939">
                  <a:moveTo>
                    <a:pt x="14396" y="0"/>
                  </a:moveTo>
                  <a:cubicBezTo>
                    <a:pt x="14209" y="0"/>
                    <a:pt x="14021" y="41"/>
                    <a:pt x="13878" y="123"/>
                  </a:cubicBezTo>
                  <a:lnTo>
                    <a:pt x="287" y="7970"/>
                  </a:lnTo>
                  <a:cubicBezTo>
                    <a:pt x="0" y="8138"/>
                    <a:pt x="0" y="8407"/>
                    <a:pt x="287" y="8571"/>
                  </a:cubicBezTo>
                  <a:lnTo>
                    <a:pt x="8021" y="13038"/>
                  </a:lnTo>
                  <a:cubicBezTo>
                    <a:pt x="8164" y="13122"/>
                    <a:pt x="8353" y="13164"/>
                    <a:pt x="8541" y="13164"/>
                  </a:cubicBezTo>
                  <a:cubicBezTo>
                    <a:pt x="8730" y="13164"/>
                    <a:pt x="8919" y="13122"/>
                    <a:pt x="9062" y="13038"/>
                  </a:cubicBezTo>
                  <a:lnTo>
                    <a:pt x="22649" y="5195"/>
                  </a:lnTo>
                  <a:cubicBezTo>
                    <a:pt x="22939" y="5028"/>
                    <a:pt x="22939" y="4759"/>
                    <a:pt x="22649" y="4595"/>
                  </a:cubicBezTo>
                  <a:lnTo>
                    <a:pt x="14915" y="123"/>
                  </a:lnTo>
                  <a:cubicBezTo>
                    <a:pt x="14772" y="41"/>
                    <a:pt x="14584" y="0"/>
                    <a:pt x="14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2922613" y="2471337"/>
              <a:ext cx="395496" cy="222288"/>
            </a:xfrm>
            <a:custGeom>
              <a:rect b="b" l="l" r="r" t="t"/>
              <a:pathLst>
                <a:path extrusionOk="0" h="4579" w="8147">
                  <a:moveTo>
                    <a:pt x="5617" y="1"/>
                  </a:moveTo>
                  <a:cubicBezTo>
                    <a:pt x="5536" y="1"/>
                    <a:pt x="5453" y="15"/>
                    <a:pt x="5379" y="46"/>
                  </a:cubicBezTo>
                  <a:lnTo>
                    <a:pt x="3699" y="770"/>
                  </a:lnTo>
                  <a:cubicBezTo>
                    <a:pt x="3630" y="801"/>
                    <a:pt x="3548" y="817"/>
                    <a:pt x="3464" y="817"/>
                  </a:cubicBezTo>
                  <a:cubicBezTo>
                    <a:pt x="3419" y="817"/>
                    <a:pt x="3374" y="812"/>
                    <a:pt x="3331" y="804"/>
                  </a:cubicBezTo>
                  <a:lnTo>
                    <a:pt x="1348" y="415"/>
                  </a:lnTo>
                  <a:cubicBezTo>
                    <a:pt x="1303" y="406"/>
                    <a:pt x="1259" y="402"/>
                    <a:pt x="1217" y="402"/>
                  </a:cubicBezTo>
                  <a:cubicBezTo>
                    <a:pt x="954" y="402"/>
                    <a:pt x="745" y="553"/>
                    <a:pt x="836" y="709"/>
                  </a:cubicBezTo>
                  <a:lnTo>
                    <a:pt x="1512" y="1856"/>
                  </a:lnTo>
                  <a:cubicBezTo>
                    <a:pt x="1553" y="1927"/>
                    <a:pt x="1532" y="2009"/>
                    <a:pt x="1450" y="2070"/>
                  </a:cubicBezTo>
                  <a:lnTo>
                    <a:pt x="198" y="3040"/>
                  </a:lnTo>
                  <a:cubicBezTo>
                    <a:pt x="1" y="3192"/>
                    <a:pt x="188" y="3409"/>
                    <a:pt x="518" y="3409"/>
                  </a:cubicBezTo>
                  <a:cubicBezTo>
                    <a:pt x="520" y="3409"/>
                    <a:pt x="523" y="3409"/>
                    <a:pt x="525" y="3409"/>
                  </a:cubicBezTo>
                  <a:lnTo>
                    <a:pt x="2621" y="3395"/>
                  </a:lnTo>
                  <a:cubicBezTo>
                    <a:pt x="2753" y="3395"/>
                    <a:pt x="2876" y="3429"/>
                    <a:pt x="2955" y="3494"/>
                  </a:cubicBezTo>
                  <a:lnTo>
                    <a:pt x="4163" y="4480"/>
                  </a:lnTo>
                  <a:cubicBezTo>
                    <a:pt x="4245" y="4547"/>
                    <a:pt x="4368" y="4579"/>
                    <a:pt x="4491" y="4579"/>
                  </a:cubicBezTo>
                  <a:cubicBezTo>
                    <a:pt x="4656" y="4579"/>
                    <a:pt x="4820" y="4521"/>
                    <a:pt x="4877" y="4415"/>
                  </a:cubicBezTo>
                  <a:lnTo>
                    <a:pt x="5497" y="3258"/>
                  </a:lnTo>
                  <a:cubicBezTo>
                    <a:pt x="5535" y="3187"/>
                    <a:pt x="5634" y="3128"/>
                    <a:pt x="5760" y="3108"/>
                  </a:cubicBezTo>
                  <a:lnTo>
                    <a:pt x="7764" y="2746"/>
                  </a:lnTo>
                  <a:cubicBezTo>
                    <a:pt x="8082" y="2692"/>
                    <a:pt x="8146" y="2449"/>
                    <a:pt x="7877" y="2336"/>
                  </a:cubicBezTo>
                  <a:lnTo>
                    <a:pt x="6163" y="1637"/>
                  </a:lnTo>
                  <a:cubicBezTo>
                    <a:pt x="6058" y="1593"/>
                    <a:pt x="5993" y="1521"/>
                    <a:pt x="5996" y="1446"/>
                  </a:cubicBezTo>
                  <a:lnTo>
                    <a:pt x="6023" y="238"/>
                  </a:lnTo>
                  <a:cubicBezTo>
                    <a:pt x="6026" y="97"/>
                    <a:pt x="5829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3192415" y="2245178"/>
              <a:ext cx="249958" cy="141557"/>
            </a:xfrm>
            <a:custGeom>
              <a:rect b="b" l="l" r="r" t="t"/>
              <a:pathLst>
                <a:path extrusionOk="0" h="2916" w="5149">
                  <a:moveTo>
                    <a:pt x="4796" y="1"/>
                  </a:moveTo>
                  <a:cubicBezTo>
                    <a:pt x="4682" y="1"/>
                    <a:pt x="4556" y="32"/>
                    <a:pt x="4455" y="91"/>
                  </a:cubicBezTo>
                  <a:lnTo>
                    <a:pt x="202" y="2545"/>
                  </a:lnTo>
                  <a:cubicBezTo>
                    <a:pt x="32" y="2644"/>
                    <a:pt x="1" y="2788"/>
                    <a:pt x="134" y="2866"/>
                  </a:cubicBezTo>
                  <a:cubicBezTo>
                    <a:pt x="192" y="2899"/>
                    <a:pt x="271" y="2915"/>
                    <a:pt x="355" y="2915"/>
                  </a:cubicBezTo>
                  <a:cubicBezTo>
                    <a:pt x="469" y="2915"/>
                    <a:pt x="594" y="2886"/>
                    <a:pt x="694" y="2829"/>
                  </a:cubicBezTo>
                  <a:lnTo>
                    <a:pt x="4947" y="374"/>
                  </a:lnTo>
                  <a:cubicBezTo>
                    <a:pt x="5117" y="272"/>
                    <a:pt x="5148" y="129"/>
                    <a:pt x="5011" y="50"/>
                  </a:cubicBezTo>
                  <a:cubicBezTo>
                    <a:pt x="4956" y="17"/>
                    <a:pt x="4879" y="1"/>
                    <a:pt x="479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3244502" y="2275323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3" y="1"/>
                  </a:moveTo>
                  <a:cubicBezTo>
                    <a:pt x="4679" y="1"/>
                    <a:pt x="4554" y="31"/>
                    <a:pt x="4454" y="88"/>
                  </a:cubicBezTo>
                  <a:lnTo>
                    <a:pt x="202" y="2542"/>
                  </a:lnTo>
                  <a:cubicBezTo>
                    <a:pt x="30" y="2644"/>
                    <a:pt x="0" y="2787"/>
                    <a:pt x="133" y="2866"/>
                  </a:cubicBezTo>
                  <a:cubicBezTo>
                    <a:pt x="190" y="2899"/>
                    <a:pt x="267" y="2915"/>
                    <a:pt x="351" y="2915"/>
                  </a:cubicBezTo>
                  <a:cubicBezTo>
                    <a:pt x="466" y="2915"/>
                    <a:pt x="592" y="2885"/>
                    <a:pt x="693" y="2825"/>
                  </a:cubicBezTo>
                  <a:lnTo>
                    <a:pt x="4945" y="371"/>
                  </a:lnTo>
                  <a:cubicBezTo>
                    <a:pt x="5116" y="272"/>
                    <a:pt x="5147" y="129"/>
                    <a:pt x="5010" y="50"/>
                  </a:cubicBezTo>
                  <a:cubicBezTo>
                    <a:pt x="4954" y="17"/>
                    <a:pt x="4876" y="1"/>
                    <a:pt x="4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3296492" y="2305322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2" y="1"/>
                  </a:moveTo>
                  <a:cubicBezTo>
                    <a:pt x="4678" y="1"/>
                    <a:pt x="4553" y="31"/>
                    <a:pt x="4455" y="87"/>
                  </a:cubicBezTo>
                  <a:lnTo>
                    <a:pt x="202" y="2545"/>
                  </a:lnTo>
                  <a:cubicBezTo>
                    <a:pt x="28" y="2644"/>
                    <a:pt x="0" y="2787"/>
                    <a:pt x="134" y="2866"/>
                  </a:cubicBezTo>
                  <a:cubicBezTo>
                    <a:pt x="192" y="2899"/>
                    <a:pt x="269" y="2915"/>
                    <a:pt x="353" y="2915"/>
                  </a:cubicBezTo>
                  <a:cubicBezTo>
                    <a:pt x="467" y="2915"/>
                    <a:pt x="593" y="2885"/>
                    <a:pt x="693" y="2828"/>
                  </a:cubicBezTo>
                  <a:lnTo>
                    <a:pt x="4946" y="374"/>
                  </a:lnTo>
                  <a:cubicBezTo>
                    <a:pt x="5117" y="272"/>
                    <a:pt x="5147" y="128"/>
                    <a:pt x="5011" y="50"/>
                  </a:cubicBezTo>
                  <a:cubicBezTo>
                    <a:pt x="4954" y="17"/>
                    <a:pt x="4876" y="1"/>
                    <a:pt x="4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3348481" y="2335467"/>
              <a:ext cx="249958" cy="141460"/>
            </a:xfrm>
            <a:custGeom>
              <a:rect b="b" l="l" r="r" t="t"/>
              <a:pathLst>
                <a:path extrusionOk="0" h="2914" w="5149">
                  <a:moveTo>
                    <a:pt x="4792" y="1"/>
                  </a:moveTo>
                  <a:cubicBezTo>
                    <a:pt x="4678" y="1"/>
                    <a:pt x="4553" y="31"/>
                    <a:pt x="4455" y="88"/>
                  </a:cubicBezTo>
                  <a:lnTo>
                    <a:pt x="202" y="2542"/>
                  </a:lnTo>
                  <a:cubicBezTo>
                    <a:pt x="29" y="2640"/>
                    <a:pt x="1" y="2788"/>
                    <a:pt x="134" y="2866"/>
                  </a:cubicBezTo>
                  <a:cubicBezTo>
                    <a:pt x="191" y="2898"/>
                    <a:pt x="267" y="2914"/>
                    <a:pt x="349" y="2914"/>
                  </a:cubicBezTo>
                  <a:cubicBezTo>
                    <a:pt x="465" y="2914"/>
                    <a:pt x="592" y="2883"/>
                    <a:pt x="694" y="2825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1" y="50"/>
                  </a:cubicBezTo>
                  <a:cubicBezTo>
                    <a:pt x="4954" y="17"/>
                    <a:pt x="4876" y="1"/>
                    <a:pt x="47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3400568" y="2365466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1" y="1"/>
                  </a:moveTo>
                  <a:cubicBezTo>
                    <a:pt x="4677" y="1"/>
                    <a:pt x="4552" y="30"/>
                    <a:pt x="4454" y="88"/>
                  </a:cubicBezTo>
                  <a:lnTo>
                    <a:pt x="202" y="2545"/>
                  </a:lnTo>
                  <a:cubicBezTo>
                    <a:pt x="27" y="2644"/>
                    <a:pt x="0" y="2787"/>
                    <a:pt x="133" y="2866"/>
                  </a:cubicBezTo>
                  <a:cubicBezTo>
                    <a:pt x="191" y="2899"/>
                    <a:pt x="269" y="2915"/>
                    <a:pt x="353" y="2915"/>
                  </a:cubicBezTo>
                  <a:cubicBezTo>
                    <a:pt x="467" y="2915"/>
                    <a:pt x="591" y="2885"/>
                    <a:pt x="689" y="2828"/>
                  </a:cubicBezTo>
                  <a:lnTo>
                    <a:pt x="4942" y="371"/>
                  </a:lnTo>
                  <a:cubicBezTo>
                    <a:pt x="5116" y="272"/>
                    <a:pt x="5147" y="129"/>
                    <a:pt x="5010" y="50"/>
                  </a:cubicBezTo>
                  <a:cubicBezTo>
                    <a:pt x="4952" y="17"/>
                    <a:pt x="4874" y="1"/>
                    <a:pt x="4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3452558" y="2395611"/>
              <a:ext cx="249910" cy="141412"/>
            </a:xfrm>
            <a:custGeom>
              <a:rect b="b" l="l" r="r" t="t"/>
              <a:pathLst>
                <a:path extrusionOk="0" h="2913" w="5148">
                  <a:moveTo>
                    <a:pt x="4791" y="1"/>
                  </a:moveTo>
                  <a:cubicBezTo>
                    <a:pt x="4677" y="1"/>
                    <a:pt x="4553" y="30"/>
                    <a:pt x="4455" y="88"/>
                  </a:cubicBezTo>
                  <a:lnTo>
                    <a:pt x="202" y="2542"/>
                  </a:lnTo>
                  <a:cubicBezTo>
                    <a:pt x="28" y="2641"/>
                    <a:pt x="1" y="2787"/>
                    <a:pt x="134" y="2863"/>
                  </a:cubicBezTo>
                  <a:cubicBezTo>
                    <a:pt x="192" y="2896"/>
                    <a:pt x="269" y="2912"/>
                    <a:pt x="353" y="2912"/>
                  </a:cubicBezTo>
                  <a:cubicBezTo>
                    <a:pt x="467" y="2912"/>
                    <a:pt x="591" y="2882"/>
                    <a:pt x="690" y="2825"/>
                  </a:cubicBezTo>
                  <a:lnTo>
                    <a:pt x="4942" y="371"/>
                  </a:lnTo>
                  <a:cubicBezTo>
                    <a:pt x="5117" y="272"/>
                    <a:pt x="5147" y="125"/>
                    <a:pt x="5011" y="50"/>
                  </a:cubicBezTo>
                  <a:cubicBezTo>
                    <a:pt x="4953" y="17"/>
                    <a:pt x="4875" y="1"/>
                    <a:pt x="4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3166930" y="2613130"/>
              <a:ext cx="459964" cy="263211"/>
            </a:xfrm>
            <a:custGeom>
              <a:rect b="b" l="l" r="r" t="t"/>
              <a:pathLst>
                <a:path extrusionOk="0" h="5422" w="9475">
                  <a:moveTo>
                    <a:pt x="8639" y="0"/>
                  </a:moveTo>
                  <a:cubicBezTo>
                    <a:pt x="8526" y="0"/>
                    <a:pt x="8414" y="25"/>
                    <a:pt x="8328" y="74"/>
                  </a:cubicBezTo>
                  <a:lnTo>
                    <a:pt x="174" y="4784"/>
                  </a:lnTo>
                  <a:cubicBezTo>
                    <a:pt x="1" y="4883"/>
                    <a:pt x="1" y="5044"/>
                    <a:pt x="174" y="5143"/>
                  </a:cubicBezTo>
                  <a:lnTo>
                    <a:pt x="526" y="5347"/>
                  </a:lnTo>
                  <a:cubicBezTo>
                    <a:pt x="611" y="5397"/>
                    <a:pt x="724" y="5422"/>
                    <a:pt x="837" y="5422"/>
                  </a:cubicBezTo>
                  <a:cubicBezTo>
                    <a:pt x="950" y="5422"/>
                    <a:pt x="1064" y="5397"/>
                    <a:pt x="1151" y="5347"/>
                  </a:cubicBezTo>
                  <a:lnTo>
                    <a:pt x="9304" y="638"/>
                  </a:lnTo>
                  <a:cubicBezTo>
                    <a:pt x="9475" y="538"/>
                    <a:pt x="9475" y="378"/>
                    <a:pt x="9304" y="279"/>
                  </a:cubicBezTo>
                  <a:lnTo>
                    <a:pt x="8950" y="74"/>
                  </a:lnTo>
                  <a:cubicBezTo>
                    <a:pt x="8864" y="25"/>
                    <a:pt x="8751" y="0"/>
                    <a:pt x="8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3687652" y="2449105"/>
              <a:ext cx="223404" cy="126508"/>
            </a:xfrm>
            <a:custGeom>
              <a:rect b="b" l="l" r="r" t="t"/>
              <a:pathLst>
                <a:path extrusionOk="0" h="2606" w="4602">
                  <a:moveTo>
                    <a:pt x="3765" y="0"/>
                  </a:moveTo>
                  <a:cubicBezTo>
                    <a:pt x="3652" y="0"/>
                    <a:pt x="3538" y="25"/>
                    <a:pt x="3451" y="74"/>
                  </a:cubicBezTo>
                  <a:lnTo>
                    <a:pt x="175" y="1969"/>
                  </a:lnTo>
                  <a:cubicBezTo>
                    <a:pt x="1" y="2068"/>
                    <a:pt x="1" y="2228"/>
                    <a:pt x="175" y="2327"/>
                  </a:cubicBezTo>
                  <a:lnTo>
                    <a:pt x="526" y="2531"/>
                  </a:lnTo>
                  <a:cubicBezTo>
                    <a:pt x="612" y="2581"/>
                    <a:pt x="724" y="2606"/>
                    <a:pt x="837" y="2606"/>
                  </a:cubicBezTo>
                  <a:cubicBezTo>
                    <a:pt x="950" y="2606"/>
                    <a:pt x="1064" y="2581"/>
                    <a:pt x="1151" y="2531"/>
                  </a:cubicBezTo>
                  <a:lnTo>
                    <a:pt x="4427" y="638"/>
                  </a:lnTo>
                  <a:cubicBezTo>
                    <a:pt x="4598" y="539"/>
                    <a:pt x="4601" y="378"/>
                    <a:pt x="4427" y="279"/>
                  </a:cubicBezTo>
                  <a:lnTo>
                    <a:pt x="4076" y="74"/>
                  </a:lnTo>
                  <a:cubicBezTo>
                    <a:pt x="3990" y="25"/>
                    <a:pt x="3878" y="0"/>
                    <a:pt x="37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3266686" y="2507210"/>
              <a:ext cx="1113574" cy="639095"/>
            </a:xfrm>
            <a:custGeom>
              <a:rect b="b" l="l" r="r" t="t"/>
              <a:pathLst>
                <a:path extrusionOk="0" h="13165" w="22939">
                  <a:moveTo>
                    <a:pt x="14397" y="1"/>
                  </a:moveTo>
                  <a:cubicBezTo>
                    <a:pt x="14209" y="1"/>
                    <a:pt x="14021" y="43"/>
                    <a:pt x="13878" y="126"/>
                  </a:cubicBezTo>
                  <a:lnTo>
                    <a:pt x="287" y="7969"/>
                  </a:lnTo>
                  <a:cubicBezTo>
                    <a:pt x="0" y="8137"/>
                    <a:pt x="0" y="8407"/>
                    <a:pt x="287" y="8571"/>
                  </a:cubicBezTo>
                  <a:lnTo>
                    <a:pt x="8024" y="13041"/>
                  </a:lnTo>
                  <a:cubicBezTo>
                    <a:pt x="8168" y="13123"/>
                    <a:pt x="8355" y="13164"/>
                    <a:pt x="8543" y="13164"/>
                  </a:cubicBezTo>
                  <a:cubicBezTo>
                    <a:pt x="8731" y="13164"/>
                    <a:pt x="8919" y="13123"/>
                    <a:pt x="9062" y="13041"/>
                  </a:cubicBezTo>
                  <a:lnTo>
                    <a:pt x="22652" y="5195"/>
                  </a:lnTo>
                  <a:cubicBezTo>
                    <a:pt x="22939" y="5028"/>
                    <a:pt x="22939" y="4762"/>
                    <a:pt x="22652" y="4595"/>
                  </a:cubicBezTo>
                  <a:lnTo>
                    <a:pt x="14919" y="126"/>
                  </a:lnTo>
                  <a:cubicBezTo>
                    <a:pt x="14773" y="43"/>
                    <a:pt x="14585" y="1"/>
                    <a:pt x="14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491004" y="2799387"/>
              <a:ext cx="395690" cy="222288"/>
            </a:xfrm>
            <a:custGeom>
              <a:rect b="b" l="l" r="r" t="t"/>
              <a:pathLst>
                <a:path extrusionOk="0" h="4579" w="8151">
                  <a:moveTo>
                    <a:pt x="5620" y="1"/>
                  </a:moveTo>
                  <a:cubicBezTo>
                    <a:pt x="5539" y="1"/>
                    <a:pt x="5457" y="15"/>
                    <a:pt x="5383" y="46"/>
                  </a:cubicBezTo>
                  <a:lnTo>
                    <a:pt x="3704" y="773"/>
                  </a:lnTo>
                  <a:cubicBezTo>
                    <a:pt x="3635" y="802"/>
                    <a:pt x="3552" y="818"/>
                    <a:pt x="3467" y="818"/>
                  </a:cubicBezTo>
                  <a:cubicBezTo>
                    <a:pt x="3422" y="818"/>
                    <a:pt x="3376" y="813"/>
                    <a:pt x="3331" y="804"/>
                  </a:cubicBezTo>
                  <a:lnTo>
                    <a:pt x="1349" y="419"/>
                  </a:lnTo>
                  <a:cubicBezTo>
                    <a:pt x="1303" y="409"/>
                    <a:pt x="1257" y="405"/>
                    <a:pt x="1212" y="405"/>
                  </a:cubicBezTo>
                  <a:cubicBezTo>
                    <a:pt x="954" y="405"/>
                    <a:pt x="747" y="555"/>
                    <a:pt x="840" y="712"/>
                  </a:cubicBezTo>
                  <a:lnTo>
                    <a:pt x="1513" y="1855"/>
                  </a:lnTo>
                  <a:cubicBezTo>
                    <a:pt x="1554" y="1930"/>
                    <a:pt x="1533" y="2008"/>
                    <a:pt x="1455" y="2070"/>
                  </a:cubicBezTo>
                  <a:lnTo>
                    <a:pt x="202" y="3040"/>
                  </a:lnTo>
                  <a:cubicBezTo>
                    <a:pt x="1" y="3193"/>
                    <a:pt x="195" y="3412"/>
                    <a:pt x="526" y="3412"/>
                  </a:cubicBezTo>
                  <a:lnTo>
                    <a:pt x="2622" y="3394"/>
                  </a:lnTo>
                  <a:cubicBezTo>
                    <a:pt x="2754" y="3394"/>
                    <a:pt x="2881" y="3429"/>
                    <a:pt x="2956" y="3494"/>
                  </a:cubicBezTo>
                  <a:lnTo>
                    <a:pt x="4164" y="4480"/>
                  </a:lnTo>
                  <a:cubicBezTo>
                    <a:pt x="4247" y="4547"/>
                    <a:pt x="4371" y="4578"/>
                    <a:pt x="4493" y="4578"/>
                  </a:cubicBezTo>
                  <a:cubicBezTo>
                    <a:pt x="4658" y="4578"/>
                    <a:pt x="4821" y="4521"/>
                    <a:pt x="4878" y="4415"/>
                  </a:cubicBezTo>
                  <a:lnTo>
                    <a:pt x="5499" y="3261"/>
                  </a:lnTo>
                  <a:cubicBezTo>
                    <a:pt x="5539" y="3186"/>
                    <a:pt x="5639" y="3131"/>
                    <a:pt x="5765" y="3108"/>
                  </a:cubicBezTo>
                  <a:lnTo>
                    <a:pt x="7765" y="2749"/>
                  </a:lnTo>
                  <a:cubicBezTo>
                    <a:pt x="8082" y="2692"/>
                    <a:pt x="8151" y="2449"/>
                    <a:pt x="7877" y="2336"/>
                  </a:cubicBezTo>
                  <a:lnTo>
                    <a:pt x="6168" y="1640"/>
                  </a:lnTo>
                  <a:cubicBezTo>
                    <a:pt x="6059" y="1596"/>
                    <a:pt x="5993" y="1524"/>
                    <a:pt x="5997" y="1446"/>
                  </a:cubicBezTo>
                  <a:lnTo>
                    <a:pt x="6024" y="238"/>
                  </a:lnTo>
                  <a:cubicBezTo>
                    <a:pt x="6027" y="97"/>
                    <a:pt x="5830" y="1"/>
                    <a:pt x="5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3760855" y="2573373"/>
              <a:ext cx="249958" cy="141412"/>
            </a:xfrm>
            <a:custGeom>
              <a:rect b="b" l="l" r="r" t="t"/>
              <a:pathLst>
                <a:path extrusionOk="0" h="2913" w="5149">
                  <a:moveTo>
                    <a:pt x="4795" y="1"/>
                  </a:moveTo>
                  <a:cubicBezTo>
                    <a:pt x="4681" y="1"/>
                    <a:pt x="4555" y="31"/>
                    <a:pt x="4455" y="88"/>
                  </a:cubicBezTo>
                  <a:lnTo>
                    <a:pt x="202" y="2542"/>
                  </a:lnTo>
                  <a:cubicBezTo>
                    <a:pt x="32" y="2641"/>
                    <a:pt x="1" y="2788"/>
                    <a:pt x="138" y="2863"/>
                  </a:cubicBezTo>
                  <a:cubicBezTo>
                    <a:pt x="194" y="2896"/>
                    <a:pt x="271" y="2912"/>
                    <a:pt x="355" y="2912"/>
                  </a:cubicBezTo>
                  <a:cubicBezTo>
                    <a:pt x="469" y="2912"/>
                    <a:pt x="594" y="2882"/>
                    <a:pt x="694" y="2825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5" y="50"/>
                  </a:cubicBezTo>
                  <a:cubicBezTo>
                    <a:pt x="4957" y="17"/>
                    <a:pt x="4879" y="1"/>
                    <a:pt x="479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3812942" y="2603373"/>
              <a:ext cx="249861" cy="141557"/>
            </a:xfrm>
            <a:custGeom>
              <a:rect b="b" l="l" r="r" t="t"/>
              <a:pathLst>
                <a:path extrusionOk="0" h="2916" w="5147">
                  <a:moveTo>
                    <a:pt x="4793" y="1"/>
                  </a:moveTo>
                  <a:cubicBezTo>
                    <a:pt x="4679" y="1"/>
                    <a:pt x="4554" y="30"/>
                    <a:pt x="4454" y="87"/>
                  </a:cubicBezTo>
                  <a:lnTo>
                    <a:pt x="201" y="2545"/>
                  </a:lnTo>
                  <a:cubicBezTo>
                    <a:pt x="30" y="2644"/>
                    <a:pt x="0" y="2787"/>
                    <a:pt x="136" y="2866"/>
                  </a:cubicBezTo>
                  <a:cubicBezTo>
                    <a:pt x="193" y="2899"/>
                    <a:pt x="270" y="2915"/>
                    <a:pt x="353" y="2915"/>
                  </a:cubicBezTo>
                  <a:cubicBezTo>
                    <a:pt x="467" y="2915"/>
                    <a:pt x="592" y="2885"/>
                    <a:pt x="692" y="2828"/>
                  </a:cubicBezTo>
                  <a:lnTo>
                    <a:pt x="4945" y="371"/>
                  </a:lnTo>
                  <a:cubicBezTo>
                    <a:pt x="5116" y="272"/>
                    <a:pt x="5147" y="128"/>
                    <a:pt x="5010" y="50"/>
                  </a:cubicBezTo>
                  <a:cubicBezTo>
                    <a:pt x="4954" y="17"/>
                    <a:pt x="4876" y="1"/>
                    <a:pt x="4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864931" y="2633518"/>
              <a:ext cx="249910" cy="141363"/>
            </a:xfrm>
            <a:custGeom>
              <a:rect b="b" l="l" r="r" t="t"/>
              <a:pathLst>
                <a:path extrusionOk="0" h="2912" w="5148">
                  <a:moveTo>
                    <a:pt x="4798" y="0"/>
                  </a:moveTo>
                  <a:cubicBezTo>
                    <a:pt x="4683" y="0"/>
                    <a:pt x="4556" y="30"/>
                    <a:pt x="4454" y="88"/>
                  </a:cubicBezTo>
                  <a:lnTo>
                    <a:pt x="202" y="2541"/>
                  </a:lnTo>
                  <a:cubicBezTo>
                    <a:pt x="31" y="2640"/>
                    <a:pt x="1" y="2784"/>
                    <a:pt x="137" y="2862"/>
                  </a:cubicBezTo>
                  <a:cubicBezTo>
                    <a:pt x="194" y="2896"/>
                    <a:pt x="271" y="2912"/>
                    <a:pt x="354" y="2912"/>
                  </a:cubicBezTo>
                  <a:cubicBezTo>
                    <a:pt x="468" y="2912"/>
                    <a:pt x="593" y="2882"/>
                    <a:pt x="694" y="2825"/>
                  </a:cubicBezTo>
                  <a:lnTo>
                    <a:pt x="4946" y="371"/>
                  </a:lnTo>
                  <a:cubicBezTo>
                    <a:pt x="5117" y="272"/>
                    <a:pt x="5147" y="125"/>
                    <a:pt x="5011" y="47"/>
                  </a:cubicBezTo>
                  <a:cubicBezTo>
                    <a:pt x="4955" y="16"/>
                    <a:pt x="4880" y="0"/>
                    <a:pt x="47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3916921" y="2663517"/>
              <a:ext cx="249958" cy="141509"/>
            </a:xfrm>
            <a:custGeom>
              <a:rect b="b" l="l" r="r" t="t"/>
              <a:pathLst>
                <a:path extrusionOk="0" h="2915" w="5149">
                  <a:moveTo>
                    <a:pt x="4794" y="1"/>
                  </a:moveTo>
                  <a:cubicBezTo>
                    <a:pt x="4681" y="1"/>
                    <a:pt x="4555" y="31"/>
                    <a:pt x="4455" y="88"/>
                  </a:cubicBezTo>
                  <a:lnTo>
                    <a:pt x="202" y="2545"/>
                  </a:lnTo>
                  <a:cubicBezTo>
                    <a:pt x="32" y="2644"/>
                    <a:pt x="1" y="2788"/>
                    <a:pt x="138" y="2865"/>
                  </a:cubicBezTo>
                  <a:cubicBezTo>
                    <a:pt x="194" y="2899"/>
                    <a:pt x="271" y="2915"/>
                    <a:pt x="355" y="2915"/>
                  </a:cubicBezTo>
                  <a:cubicBezTo>
                    <a:pt x="469" y="2915"/>
                    <a:pt x="594" y="2885"/>
                    <a:pt x="694" y="2828"/>
                  </a:cubicBezTo>
                  <a:lnTo>
                    <a:pt x="4947" y="371"/>
                  </a:lnTo>
                  <a:cubicBezTo>
                    <a:pt x="5117" y="272"/>
                    <a:pt x="5148" y="129"/>
                    <a:pt x="5012" y="50"/>
                  </a:cubicBezTo>
                  <a:cubicBezTo>
                    <a:pt x="4955" y="17"/>
                    <a:pt x="4878" y="1"/>
                    <a:pt x="4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3969007" y="2693516"/>
              <a:ext cx="249861" cy="141509"/>
            </a:xfrm>
            <a:custGeom>
              <a:rect b="b" l="l" r="r" t="t"/>
              <a:pathLst>
                <a:path extrusionOk="0" h="2915" w="5147">
                  <a:moveTo>
                    <a:pt x="4795" y="1"/>
                  </a:moveTo>
                  <a:cubicBezTo>
                    <a:pt x="4681" y="1"/>
                    <a:pt x="4555" y="31"/>
                    <a:pt x="4454" y="91"/>
                  </a:cubicBezTo>
                  <a:lnTo>
                    <a:pt x="201" y="2545"/>
                  </a:lnTo>
                  <a:cubicBezTo>
                    <a:pt x="31" y="2644"/>
                    <a:pt x="0" y="2787"/>
                    <a:pt x="136" y="2866"/>
                  </a:cubicBezTo>
                  <a:cubicBezTo>
                    <a:pt x="193" y="2899"/>
                    <a:pt x="270" y="2915"/>
                    <a:pt x="354" y="2915"/>
                  </a:cubicBezTo>
                  <a:cubicBezTo>
                    <a:pt x="467" y="2915"/>
                    <a:pt x="592" y="2885"/>
                    <a:pt x="692" y="2828"/>
                  </a:cubicBezTo>
                  <a:lnTo>
                    <a:pt x="4945" y="374"/>
                  </a:lnTo>
                  <a:cubicBezTo>
                    <a:pt x="5116" y="272"/>
                    <a:pt x="5147" y="128"/>
                    <a:pt x="5010" y="50"/>
                  </a:cubicBezTo>
                  <a:cubicBezTo>
                    <a:pt x="4954" y="17"/>
                    <a:pt x="4878" y="1"/>
                    <a:pt x="4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4020997" y="2723661"/>
              <a:ext cx="249910" cy="141509"/>
            </a:xfrm>
            <a:custGeom>
              <a:rect b="b" l="l" r="r" t="t"/>
              <a:pathLst>
                <a:path extrusionOk="0" h="2915" w="5148">
                  <a:moveTo>
                    <a:pt x="4794" y="0"/>
                  </a:moveTo>
                  <a:cubicBezTo>
                    <a:pt x="4680" y="0"/>
                    <a:pt x="4555" y="30"/>
                    <a:pt x="4454" y="87"/>
                  </a:cubicBezTo>
                  <a:lnTo>
                    <a:pt x="202" y="2541"/>
                  </a:lnTo>
                  <a:cubicBezTo>
                    <a:pt x="31" y="2644"/>
                    <a:pt x="1" y="2787"/>
                    <a:pt x="137" y="2866"/>
                  </a:cubicBezTo>
                  <a:cubicBezTo>
                    <a:pt x="193" y="2899"/>
                    <a:pt x="269" y="2915"/>
                    <a:pt x="352" y="2915"/>
                  </a:cubicBezTo>
                  <a:cubicBezTo>
                    <a:pt x="466" y="2915"/>
                    <a:pt x="592" y="2884"/>
                    <a:pt x="694" y="2825"/>
                  </a:cubicBezTo>
                  <a:lnTo>
                    <a:pt x="4946" y="371"/>
                  </a:lnTo>
                  <a:cubicBezTo>
                    <a:pt x="5117" y="272"/>
                    <a:pt x="5147" y="128"/>
                    <a:pt x="5011" y="50"/>
                  </a:cubicBezTo>
                  <a:cubicBezTo>
                    <a:pt x="4955" y="17"/>
                    <a:pt x="4877" y="0"/>
                    <a:pt x="4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735370" y="2941229"/>
              <a:ext cx="459964" cy="263162"/>
            </a:xfrm>
            <a:custGeom>
              <a:rect b="b" l="l" r="r" t="t"/>
              <a:pathLst>
                <a:path extrusionOk="0" h="5421" w="9475">
                  <a:moveTo>
                    <a:pt x="8639" y="0"/>
                  </a:moveTo>
                  <a:cubicBezTo>
                    <a:pt x="8526" y="0"/>
                    <a:pt x="8414" y="26"/>
                    <a:pt x="8328" y="77"/>
                  </a:cubicBezTo>
                  <a:lnTo>
                    <a:pt x="175" y="4783"/>
                  </a:lnTo>
                  <a:cubicBezTo>
                    <a:pt x="1" y="4882"/>
                    <a:pt x="1" y="5042"/>
                    <a:pt x="175" y="5141"/>
                  </a:cubicBezTo>
                  <a:lnTo>
                    <a:pt x="526" y="5346"/>
                  </a:lnTo>
                  <a:cubicBezTo>
                    <a:pt x="613" y="5396"/>
                    <a:pt x="727" y="5421"/>
                    <a:pt x="840" y="5421"/>
                  </a:cubicBezTo>
                  <a:cubicBezTo>
                    <a:pt x="953" y="5421"/>
                    <a:pt x="1065" y="5396"/>
                    <a:pt x="1151" y="5346"/>
                  </a:cubicBezTo>
                  <a:lnTo>
                    <a:pt x="9304" y="640"/>
                  </a:lnTo>
                  <a:cubicBezTo>
                    <a:pt x="9475" y="537"/>
                    <a:pt x="9475" y="377"/>
                    <a:pt x="9304" y="277"/>
                  </a:cubicBezTo>
                  <a:lnTo>
                    <a:pt x="8953" y="77"/>
                  </a:lnTo>
                  <a:cubicBezTo>
                    <a:pt x="8866" y="26"/>
                    <a:pt x="8752" y="0"/>
                    <a:pt x="86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4256285" y="2777301"/>
              <a:ext cx="223210" cy="126363"/>
            </a:xfrm>
            <a:custGeom>
              <a:rect b="b" l="l" r="r" t="t"/>
              <a:pathLst>
                <a:path extrusionOk="0" h="2603" w="4598">
                  <a:moveTo>
                    <a:pt x="3761" y="1"/>
                  </a:moveTo>
                  <a:cubicBezTo>
                    <a:pt x="3648" y="1"/>
                    <a:pt x="3536" y="25"/>
                    <a:pt x="3450" y="75"/>
                  </a:cubicBezTo>
                  <a:lnTo>
                    <a:pt x="171" y="1965"/>
                  </a:lnTo>
                  <a:cubicBezTo>
                    <a:pt x="0" y="2065"/>
                    <a:pt x="0" y="2225"/>
                    <a:pt x="171" y="2328"/>
                  </a:cubicBezTo>
                  <a:lnTo>
                    <a:pt x="522" y="2528"/>
                  </a:lnTo>
                  <a:cubicBezTo>
                    <a:pt x="609" y="2578"/>
                    <a:pt x="723" y="2603"/>
                    <a:pt x="836" y="2603"/>
                  </a:cubicBezTo>
                  <a:cubicBezTo>
                    <a:pt x="949" y="2603"/>
                    <a:pt x="1061" y="2578"/>
                    <a:pt x="1147" y="2528"/>
                  </a:cubicBezTo>
                  <a:lnTo>
                    <a:pt x="4424" y="638"/>
                  </a:lnTo>
                  <a:cubicBezTo>
                    <a:pt x="4597" y="539"/>
                    <a:pt x="4597" y="375"/>
                    <a:pt x="4424" y="276"/>
                  </a:cubicBezTo>
                  <a:lnTo>
                    <a:pt x="4071" y="75"/>
                  </a:lnTo>
                  <a:cubicBezTo>
                    <a:pt x="3986" y="25"/>
                    <a:pt x="3874" y="1"/>
                    <a:pt x="3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876157" y="2276099"/>
              <a:ext cx="31846" cy="16797"/>
            </a:xfrm>
            <a:custGeom>
              <a:rect b="b" l="l" r="r" t="t"/>
              <a:pathLst>
                <a:path extrusionOk="0" h="346" w="656">
                  <a:moveTo>
                    <a:pt x="329" y="0"/>
                  </a:moveTo>
                  <a:cubicBezTo>
                    <a:pt x="252" y="0"/>
                    <a:pt x="175" y="17"/>
                    <a:pt x="117" y="51"/>
                  </a:cubicBezTo>
                  <a:cubicBezTo>
                    <a:pt x="1" y="120"/>
                    <a:pt x="1" y="229"/>
                    <a:pt x="117" y="297"/>
                  </a:cubicBezTo>
                  <a:cubicBezTo>
                    <a:pt x="175" y="329"/>
                    <a:pt x="252" y="345"/>
                    <a:pt x="329" y="345"/>
                  </a:cubicBezTo>
                  <a:cubicBezTo>
                    <a:pt x="405" y="345"/>
                    <a:pt x="482" y="329"/>
                    <a:pt x="540" y="297"/>
                  </a:cubicBezTo>
                  <a:cubicBezTo>
                    <a:pt x="656" y="229"/>
                    <a:pt x="656" y="120"/>
                    <a:pt x="540" y="51"/>
                  </a:cubicBezTo>
                  <a:cubicBezTo>
                    <a:pt x="482" y="17"/>
                    <a:pt x="405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817178" y="2354884"/>
              <a:ext cx="63691" cy="33593"/>
            </a:xfrm>
            <a:custGeom>
              <a:rect b="b" l="l" r="r" t="t"/>
              <a:pathLst>
                <a:path extrusionOk="0" h="692" w="1312">
                  <a:moveTo>
                    <a:pt x="657" y="1"/>
                  </a:moveTo>
                  <a:cubicBezTo>
                    <a:pt x="504" y="1"/>
                    <a:pt x="351" y="34"/>
                    <a:pt x="233" y="101"/>
                  </a:cubicBezTo>
                  <a:cubicBezTo>
                    <a:pt x="1" y="238"/>
                    <a:pt x="1" y="456"/>
                    <a:pt x="233" y="589"/>
                  </a:cubicBezTo>
                  <a:cubicBezTo>
                    <a:pt x="351" y="657"/>
                    <a:pt x="504" y="691"/>
                    <a:pt x="657" y="691"/>
                  </a:cubicBezTo>
                  <a:cubicBezTo>
                    <a:pt x="811" y="691"/>
                    <a:pt x="963" y="657"/>
                    <a:pt x="1080" y="589"/>
                  </a:cubicBezTo>
                  <a:cubicBezTo>
                    <a:pt x="1311" y="456"/>
                    <a:pt x="1311" y="238"/>
                    <a:pt x="1080" y="101"/>
                  </a:cubicBezTo>
                  <a:cubicBezTo>
                    <a:pt x="963" y="34"/>
                    <a:pt x="811" y="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2890914" y="2244304"/>
              <a:ext cx="179325" cy="101119"/>
            </a:xfrm>
            <a:custGeom>
              <a:rect b="b" l="l" r="r" t="t"/>
              <a:pathLst>
                <a:path extrusionOk="0" h="2083" w="3694">
                  <a:moveTo>
                    <a:pt x="3263" y="1"/>
                  </a:moveTo>
                  <a:cubicBezTo>
                    <a:pt x="3154" y="1"/>
                    <a:pt x="3043" y="25"/>
                    <a:pt x="2956" y="75"/>
                  </a:cubicBezTo>
                  <a:lnTo>
                    <a:pt x="175" y="1683"/>
                  </a:lnTo>
                  <a:cubicBezTo>
                    <a:pt x="11" y="1778"/>
                    <a:pt x="0" y="1928"/>
                    <a:pt x="158" y="2017"/>
                  </a:cubicBezTo>
                  <a:cubicBezTo>
                    <a:pt x="231" y="2061"/>
                    <a:pt x="329" y="2082"/>
                    <a:pt x="429" y="2082"/>
                  </a:cubicBezTo>
                  <a:cubicBezTo>
                    <a:pt x="539" y="2082"/>
                    <a:pt x="652" y="2057"/>
                    <a:pt x="738" y="2007"/>
                  </a:cubicBezTo>
                  <a:lnTo>
                    <a:pt x="3519" y="402"/>
                  </a:lnTo>
                  <a:cubicBezTo>
                    <a:pt x="3687" y="307"/>
                    <a:pt x="3693" y="157"/>
                    <a:pt x="3540" y="65"/>
                  </a:cubicBezTo>
                  <a:cubicBezTo>
                    <a:pt x="3464" y="22"/>
                    <a:pt x="3365" y="1"/>
                    <a:pt x="3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772592" y="1042343"/>
              <a:ext cx="1799175" cy="2857990"/>
            </a:xfrm>
            <a:custGeom>
              <a:rect b="b" l="l" r="r" t="t"/>
              <a:pathLst>
                <a:path extrusionOk="0" h="58873" w="37062">
                  <a:moveTo>
                    <a:pt x="32038" y="0"/>
                  </a:moveTo>
                  <a:lnTo>
                    <a:pt x="29260" y="1604"/>
                  </a:lnTo>
                  <a:lnTo>
                    <a:pt x="523" y="18194"/>
                  </a:lnTo>
                  <a:cubicBezTo>
                    <a:pt x="379" y="18276"/>
                    <a:pt x="252" y="18420"/>
                    <a:pt x="157" y="18583"/>
                  </a:cubicBezTo>
                  <a:cubicBezTo>
                    <a:pt x="58" y="18747"/>
                    <a:pt x="0" y="18931"/>
                    <a:pt x="0" y="19095"/>
                  </a:cubicBezTo>
                  <a:lnTo>
                    <a:pt x="0" y="53406"/>
                  </a:lnTo>
                  <a:cubicBezTo>
                    <a:pt x="0" y="55270"/>
                    <a:pt x="1314" y="57539"/>
                    <a:pt x="2928" y="58471"/>
                  </a:cubicBezTo>
                  <a:cubicBezTo>
                    <a:pt x="3398" y="58743"/>
                    <a:pt x="3842" y="58872"/>
                    <a:pt x="4235" y="58872"/>
                  </a:cubicBezTo>
                  <a:cubicBezTo>
                    <a:pt x="5194" y="58872"/>
                    <a:pt x="5853" y="58107"/>
                    <a:pt x="5853" y="56785"/>
                  </a:cubicBezTo>
                  <a:lnTo>
                    <a:pt x="5853" y="22474"/>
                  </a:lnTo>
                  <a:cubicBezTo>
                    <a:pt x="5853" y="22307"/>
                    <a:pt x="5912" y="22123"/>
                    <a:pt x="6007" y="21959"/>
                  </a:cubicBezTo>
                  <a:cubicBezTo>
                    <a:pt x="6102" y="21798"/>
                    <a:pt x="6229" y="21658"/>
                    <a:pt x="6372" y="21573"/>
                  </a:cubicBezTo>
                  <a:lnTo>
                    <a:pt x="32185" y="6672"/>
                  </a:lnTo>
                  <a:lnTo>
                    <a:pt x="35110" y="4983"/>
                  </a:lnTo>
                  <a:lnTo>
                    <a:pt x="35113" y="4983"/>
                  </a:lnTo>
                  <a:lnTo>
                    <a:pt x="37062" y="3856"/>
                  </a:lnTo>
                  <a:lnTo>
                    <a:pt x="37062" y="3290"/>
                  </a:lnTo>
                  <a:cubicBezTo>
                    <a:pt x="37062" y="3136"/>
                    <a:pt x="37007" y="2965"/>
                    <a:pt x="36918" y="2812"/>
                  </a:cubicBezTo>
                  <a:lnTo>
                    <a:pt x="5400" y="21010"/>
                  </a:lnTo>
                  <a:cubicBezTo>
                    <a:pt x="5256" y="21092"/>
                    <a:pt x="5126" y="21236"/>
                    <a:pt x="5031" y="21399"/>
                  </a:cubicBezTo>
                  <a:cubicBezTo>
                    <a:pt x="4935" y="21563"/>
                    <a:pt x="4877" y="21743"/>
                    <a:pt x="4877" y="21911"/>
                  </a:cubicBezTo>
                  <a:lnTo>
                    <a:pt x="4877" y="56219"/>
                  </a:lnTo>
                  <a:cubicBezTo>
                    <a:pt x="4877" y="57102"/>
                    <a:pt x="4438" y="57611"/>
                    <a:pt x="3799" y="57611"/>
                  </a:cubicBezTo>
                  <a:cubicBezTo>
                    <a:pt x="3537" y="57611"/>
                    <a:pt x="3241" y="57525"/>
                    <a:pt x="2928" y="57345"/>
                  </a:cubicBezTo>
                  <a:cubicBezTo>
                    <a:pt x="1850" y="56724"/>
                    <a:pt x="976" y="55212"/>
                    <a:pt x="976" y="53969"/>
                  </a:cubicBezTo>
                  <a:lnTo>
                    <a:pt x="976" y="19696"/>
                  </a:lnTo>
                  <a:cubicBezTo>
                    <a:pt x="976" y="19522"/>
                    <a:pt x="1041" y="19324"/>
                    <a:pt x="1147" y="19157"/>
                  </a:cubicBezTo>
                  <a:cubicBezTo>
                    <a:pt x="1239" y="19007"/>
                    <a:pt x="1362" y="18873"/>
                    <a:pt x="1495" y="18795"/>
                  </a:cubicBezTo>
                  <a:lnTo>
                    <a:pt x="32188" y="1037"/>
                  </a:lnTo>
                  <a:lnTo>
                    <a:pt x="32185" y="515"/>
                  </a:lnTo>
                  <a:cubicBezTo>
                    <a:pt x="32185" y="348"/>
                    <a:pt x="32130" y="160"/>
                    <a:pt x="320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867300" y="1097002"/>
              <a:ext cx="1562469" cy="2681043"/>
            </a:xfrm>
            <a:custGeom>
              <a:rect b="b" l="l" r="r" t="t"/>
              <a:pathLst>
                <a:path extrusionOk="0" h="55228" w="32186">
                  <a:moveTo>
                    <a:pt x="32039" y="0"/>
                  </a:moveTo>
                  <a:lnTo>
                    <a:pt x="520" y="18195"/>
                  </a:lnTo>
                  <a:cubicBezTo>
                    <a:pt x="380" y="18280"/>
                    <a:pt x="254" y="18420"/>
                    <a:pt x="155" y="18584"/>
                  </a:cubicBezTo>
                  <a:cubicBezTo>
                    <a:pt x="59" y="18744"/>
                    <a:pt x="1" y="18932"/>
                    <a:pt x="1" y="19096"/>
                  </a:cubicBezTo>
                  <a:lnTo>
                    <a:pt x="1" y="53407"/>
                  </a:lnTo>
                  <a:cubicBezTo>
                    <a:pt x="1" y="54028"/>
                    <a:pt x="438" y="54782"/>
                    <a:pt x="977" y="55093"/>
                  </a:cubicBezTo>
                  <a:cubicBezTo>
                    <a:pt x="1135" y="55184"/>
                    <a:pt x="1283" y="55227"/>
                    <a:pt x="1414" y="55227"/>
                  </a:cubicBezTo>
                  <a:cubicBezTo>
                    <a:pt x="1733" y="55227"/>
                    <a:pt x="1950" y="54973"/>
                    <a:pt x="1950" y="54533"/>
                  </a:cubicBezTo>
                  <a:lnTo>
                    <a:pt x="1950" y="20222"/>
                  </a:lnTo>
                  <a:cubicBezTo>
                    <a:pt x="1950" y="20058"/>
                    <a:pt x="2008" y="19870"/>
                    <a:pt x="2104" y="19710"/>
                  </a:cubicBezTo>
                  <a:cubicBezTo>
                    <a:pt x="2199" y="19546"/>
                    <a:pt x="2326" y="19403"/>
                    <a:pt x="2472" y="19321"/>
                  </a:cubicBezTo>
                  <a:lnTo>
                    <a:pt x="32186" y="2164"/>
                  </a:lnTo>
                  <a:lnTo>
                    <a:pt x="32186" y="512"/>
                  </a:lnTo>
                  <a:cubicBezTo>
                    <a:pt x="32186" y="344"/>
                    <a:pt x="32128" y="160"/>
                    <a:pt x="320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725360" y="1917079"/>
              <a:ext cx="386078" cy="2042919"/>
            </a:xfrm>
            <a:custGeom>
              <a:rect b="b" l="l" r="r" t="t"/>
              <a:pathLst>
                <a:path extrusionOk="0" h="42083" w="7953">
                  <a:moveTo>
                    <a:pt x="151" y="1"/>
                  </a:moveTo>
                  <a:cubicBezTo>
                    <a:pt x="58" y="160"/>
                    <a:pt x="1" y="345"/>
                    <a:pt x="1" y="513"/>
                  </a:cubicBezTo>
                  <a:lnTo>
                    <a:pt x="1" y="34526"/>
                  </a:lnTo>
                  <a:cubicBezTo>
                    <a:pt x="1" y="37178"/>
                    <a:pt x="1745" y="40335"/>
                    <a:pt x="3901" y="41581"/>
                  </a:cubicBezTo>
                  <a:cubicBezTo>
                    <a:pt x="4492" y="41921"/>
                    <a:pt x="5052" y="42082"/>
                    <a:pt x="5554" y="42082"/>
                  </a:cubicBezTo>
                  <a:cubicBezTo>
                    <a:pt x="5927" y="42082"/>
                    <a:pt x="6268" y="41993"/>
                    <a:pt x="6567" y="41823"/>
                  </a:cubicBezTo>
                  <a:cubicBezTo>
                    <a:pt x="7038" y="41550"/>
                    <a:pt x="7403" y="41072"/>
                    <a:pt x="7614" y="40417"/>
                  </a:cubicBezTo>
                  <a:cubicBezTo>
                    <a:pt x="7628" y="40369"/>
                    <a:pt x="7639" y="40325"/>
                    <a:pt x="7652" y="40277"/>
                  </a:cubicBezTo>
                  <a:cubicBezTo>
                    <a:pt x="7666" y="40229"/>
                    <a:pt x="7680" y="40178"/>
                    <a:pt x="7690" y="40127"/>
                  </a:cubicBezTo>
                  <a:cubicBezTo>
                    <a:pt x="7704" y="40069"/>
                    <a:pt x="7710" y="40015"/>
                    <a:pt x="7724" y="39956"/>
                  </a:cubicBezTo>
                  <a:cubicBezTo>
                    <a:pt x="7734" y="39898"/>
                    <a:pt x="7745" y="39833"/>
                    <a:pt x="7751" y="39769"/>
                  </a:cubicBezTo>
                  <a:cubicBezTo>
                    <a:pt x="7786" y="39536"/>
                    <a:pt x="7799" y="39290"/>
                    <a:pt x="7799" y="39032"/>
                  </a:cubicBezTo>
                  <a:lnTo>
                    <a:pt x="7799" y="5018"/>
                  </a:lnTo>
                  <a:cubicBezTo>
                    <a:pt x="7799" y="4850"/>
                    <a:pt x="7857" y="4665"/>
                    <a:pt x="7953" y="4506"/>
                  </a:cubicBezTo>
                  <a:lnTo>
                    <a:pt x="6980" y="3939"/>
                  </a:lnTo>
                  <a:cubicBezTo>
                    <a:pt x="6885" y="4103"/>
                    <a:pt x="6826" y="4287"/>
                    <a:pt x="6826" y="4454"/>
                  </a:cubicBezTo>
                  <a:lnTo>
                    <a:pt x="6826" y="38765"/>
                  </a:lnTo>
                  <a:cubicBezTo>
                    <a:pt x="6826" y="40087"/>
                    <a:pt x="6167" y="40852"/>
                    <a:pt x="5208" y="40852"/>
                  </a:cubicBezTo>
                  <a:cubicBezTo>
                    <a:pt x="4815" y="40852"/>
                    <a:pt x="4371" y="40723"/>
                    <a:pt x="3901" y="40451"/>
                  </a:cubicBezTo>
                  <a:cubicBezTo>
                    <a:pt x="2287" y="39519"/>
                    <a:pt x="973" y="37250"/>
                    <a:pt x="973" y="35386"/>
                  </a:cubicBezTo>
                  <a:lnTo>
                    <a:pt x="973" y="1075"/>
                  </a:lnTo>
                  <a:cubicBezTo>
                    <a:pt x="973" y="911"/>
                    <a:pt x="1031" y="727"/>
                    <a:pt x="1130" y="563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819970" y="1972223"/>
              <a:ext cx="196899" cy="1866847"/>
            </a:xfrm>
            <a:custGeom>
              <a:rect b="b" l="l" r="r" t="t"/>
              <a:pathLst>
                <a:path extrusionOk="0" h="38456" w="4056">
                  <a:moveTo>
                    <a:pt x="171" y="1"/>
                  </a:moveTo>
                  <a:cubicBezTo>
                    <a:pt x="65" y="168"/>
                    <a:pt x="0" y="366"/>
                    <a:pt x="0" y="540"/>
                  </a:cubicBezTo>
                  <a:lnTo>
                    <a:pt x="0" y="34813"/>
                  </a:lnTo>
                  <a:cubicBezTo>
                    <a:pt x="0" y="36056"/>
                    <a:pt x="874" y="37568"/>
                    <a:pt x="1952" y="38189"/>
                  </a:cubicBezTo>
                  <a:cubicBezTo>
                    <a:pt x="2265" y="38369"/>
                    <a:pt x="2561" y="38455"/>
                    <a:pt x="2823" y="38455"/>
                  </a:cubicBezTo>
                  <a:cubicBezTo>
                    <a:pt x="3462" y="38455"/>
                    <a:pt x="3901" y="37946"/>
                    <a:pt x="3901" y="37063"/>
                  </a:cubicBezTo>
                  <a:lnTo>
                    <a:pt x="3901" y="2755"/>
                  </a:lnTo>
                  <a:cubicBezTo>
                    <a:pt x="3901" y="2587"/>
                    <a:pt x="3959" y="2407"/>
                    <a:pt x="4055" y="2243"/>
                  </a:cubicBezTo>
                  <a:lnTo>
                    <a:pt x="3079" y="1680"/>
                  </a:lnTo>
                  <a:cubicBezTo>
                    <a:pt x="2983" y="1840"/>
                    <a:pt x="2925" y="2028"/>
                    <a:pt x="2925" y="2192"/>
                  </a:cubicBezTo>
                  <a:lnTo>
                    <a:pt x="2925" y="36503"/>
                  </a:lnTo>
                  <a:cubicBezTo>
                    <a:pt x="2925" y="36943"/>
                    <a:pt x="2708" y="37197"/>
                    <a:pt x="2389" y="37197"/>
                  </a:cubicBezTo>
                  <a:cubicBezTo>
                    <a:pt x="2258" y="37197"/>
                    <a:pt x="2110" y="37154"/>
                    <a:pt x="1952" y="37063"/>
                  </a:cubicBezTo>
                  <a:cubicBezTo>
                    <a:pt x="1413" y="36752"/>
                    <a:pt x="976" y="35998"/>
                    <a:pt x="976" y="35377"/>
                  </a:cubicBezTo>
                  <a:lnTo>
                    <a:pt x="976" y="1066"/>
                  </a:lnTo>
                  <a:cubicBezTo>
                    <a:pt x="976" y="902"/>
                    <a:pt x="1034" y="714"/>
                    <a:pt x="1130" y="554"/>
                  </a:cubicBezTo>
                  <a:lnTo>
                    <a:pt x="17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732641" y="1019043"/>
              <a:ext cx="1595286" cy="925462"/>
            </a:xfrm>
            <a:custGeom>
              <a:rect b="b" l="l" r="r" t="t"/>
              <a:pathLst>
                <a:path extrusionOk="0" h="19064" w="32862">
                  <a:moveTo>
                    <a:pt x="32045" y="1"/>
                  </a:moveTo>
                  <a:cubicBezTo>
                    <a:pt x="31855" y="1"/>
                    <a:pt x="31661" y="44"/>
                    <a:pt x="31510" y="132"/>
                  </a:cubicBezTo>
                  <a:lnTo>
                    <a:pt x="30980" y="435"/>
                  </a:lnTo>
                  <a:lnTo>
                    <a:pt x="30694" y="603"/>
                  </a:lnTo>
                  <a:lnTo>
                    <a:pt x="30212" y="879"/>
                  </a:lnTo>
                  <a:lnTo>
                    <a:pt x="29662" y="1197"/>
                  </a:lnTo>
                  <a:lnTo>
                    <a:pt x="29106" y="1517"/>
                  </a:lnTo>
                  <a:cubicBezTo>
                    <a:pt x="21912" y="5671"/>
                    <a:pt x="3676" y="16203"/>
                    <a:pt x="369" y="18112"/>
                  </a:cubicBezTo>
                  <a:cubicBezTo>
                    <a:pt x="226" y="18197"/>
                    <a:pt x="96" y="18337"/>
                    <a:pt x="1" y="18501"/>
                  </a:cubicBezTo>
                  <a:lnTo>
                    <a:pt x="980" y="19063"/>
                  </a:lnTo>
                  <a:cubicBezTo>
                    <a:pt x="1075" y="18900"/>
                    <a:pt x="1202" y="18756"/>
                    <a:pt x="1346" y="18674"/>
                  </a:cubicBezTo>
                  <a:lnTo>
                    <a:pt x="30083" y="2084"/>
                  </a:lnTo>
                  <a:lnTo>
                    <a:pt x="32861" y="480"/>
                  </a:lnTo>
                  <a:cubicBezTo>
                    <a:pt x="32772" y="323"/>
                    <a:pt x="32652" y="189"/>
                    <a:pt x="32520" y="111"/>
                  </a:cubicBezTo>
                  <a:cubicBezTo>
                    <a:pt x="32390" y="38"/>
                    <a:pt x="32220" y="1"/>
                    <a:pt x="320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064142" y="1210300"/>
              <a:ext cx="1595092" cy="925559"/>
            </a:xfrm>
            <a:custGeom>
              <a:rect b="b" l="l" r="r" t="t"/>
              <a:pathLst>
                <a:path extrusionOk="0" h="19066" w="32858">
                  <a:moveTo>
                    <a:pt x="32046" y="1"/>
                  </a:moveTo>
                  <a:cubicBezTo>
                    <a:pt x="31871" y="1"/>
                    <a:pt x="31691" y="38"/>
                    <a:pt x="31547" y="113"/>
                  </a:cubicBezTo>
                  <a:lnTo>
                    <a:pt x="31510" y="133"/>
                  </a:lnTo>
                  <a:lnTo>
                    <a:pt x="31056" y="396"/>
                  </a:lnTo>
                  <a:lnTo>
                    <a:pt x="29107" y="1523"/>
                  </a:lnTo>
                  <a:lnTo>
                    <a:pt x="29104" y="1523"/>
                  </a:lnTo>
                  <a:lnTo>
                    <a:pt x="26179" y="3212"/>
                  </a:lnTo>
                  <a:lnTo>
                    <a:pt x="366" y="18113"/>
                  </a:lnTo>
                  <a:cubicBezTo>
                    <a:pt x="223" y="18198"/>
                    <a:pt x="96" y="18338"/>
                    <a:pt x="1" y="18499"/>
                  </a:cubicBezTo>
                  <a:lnTo>
                    <a:pt x="974" y="19066"/>
                  </a:lnTo>
                  <a:cubicBezTo>
                    <a:pt x="1070" y="18902"/>
                    <a:pt x="1199" y="18759"/>
                    <a:pt x="1342" y="18677"/>
                  </a:cubicBezTo>
                  <a:lnTo>
                    <a:pt x="25202" y="4898"/>
                  </a:lnTo>
                  <a:lnTo>
                    <a:pt x="30079" y="2085"/>
                  </a:lnTo>
                  <a:lnTo>
                    <a:pt x="32858" y="482"/>
                  </a:lnTo>
                  <a:lnTo>
                    <a:pt x="32858" y="478"/>
                  </a:lnTo>
                  <a:cubicBezTo>
                    <a:pt x="32779" y="342"/>
                    <a:pt x="32680" y="222"/>
                    <a:pt x="32568" y="144"/>
                  </a:cubicBezTo>
                  <a:cubicBezTo>
                    <a:pt x="32551" y="130"/>
                    <a:pt x="32533" y="120"/>
                    <a:pt x="32516" y="113"/>
                  </a:cubicBezTo>
                  <a:cubicBezTo>
                    <a:pt x="32513" y="110"/>
                    <a:pt x="32510" y="110"/>
                    <a:pt x="32506" y="106"/>
                  </a:cubicBezTo>
                  <a:cubicBezTo>
                    <a:pt x="32380" y="36"/>
                    <a:pt x="32215" y="1"/>
                    <a:pt x="32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828222" y="1073653"/>
              <a:ext cx="1594461" cy="925510"/>
            </a:xfrm>
            <a:custGeom>
              <a:rect b="b" l="l" r="r" t="t"/>
              <a:pathLst>
                <a:path extrusionOk="0" h="19065" w="32845">
                  <a:moveTo>
                    <a:pt x="32031" y="1"/>
                  </a:moveTo>
                  <a:cubicBezTo>
                    <a:pt x="31840" y="1"/>
                    <a:pt x="31644" y="45"/>
                    <a:pt x="31493" y="133"/>
                  </a:cubicBezTo>
                  <a:lnTo>
                    <a:pt x="31042" y="392"/>
                  </a:lnTo>
                  <a:lnTo>
                    <a:pt x="349" y="18150"/>
                  </a:lnTo>
                  <a:cubicBezTo>
                    <a:pt x="216" y="18228"/>
                    <a:pt x="93" y="18362"/>
                    <a:pt x="1" y="18512"/>
                  </a:cubicBezTo>
                  <a:lnTo>
                    <a:pt x="960" y="19065"/>
                  </a:lnTo>
                  <a:cubicBezTo>
                    <a:pt x="1059" y="18901"/>
                    <a:pt x="1185" y="18761"/>
                    <a:pt x="1325" y="18676"/>
                  </a:cubicBezTo>
                  <a:lnTo>
                    <a:pt x="32844" y="481"/>
                  </a:lnTo>
                  <a:cubicBezTo>
                    <a:pt x="32756" y="324"/>
                    <a:pt x="32636" y="191"/>
                    <a:pt x="32503" y="113"/>
                  </a:cubicBezTo>
                  <a:cubicBezTo>
                    <a:pt x="32374" y="38"/>
                    <a:pt x="32204" y="1"/>
                    <a:pt x="320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969386" y="1155738"/>
              <a:ext cx="1595431" cy="925462"/>
            </a:xfrm>
            <a:custGeom>
              <a:rect b="b" l="l" r="r" t="t"/>
              <a:pathLst>
                <a:path extrusionOk="0" h="19064" w="32865">
                  <a:moveTo>
                    <a:pt x="32043" y="0"/>
                  </a:moveTo>
                  <a:cubicBezTo>
                    <a:pt x="31854" y="0"/>
                    <a:pt x="31662" y="43"/>
                    <a:pt x="31513" y="128"/>
                  </a:cubicBezTo>
                  <a:lnTo>
                    <a:pt x="30083" y="954"/>
                  </a:lnTo>
                  <a:lnTo>
                    <a:pt x="369" y="18111"/>
                  </a:lnTo>
                  <a:cubicBezTo>
                    <a:pt x="223" y="18193"/>
                    <a:pt x="96" y="18336"/>
                    <a:pt x="1" y="18500"/>
                  </a:cubicBezTo>
                  <a:lnTo>
                    <a:pt x="977" y="19063"/>
                  </a:lnTo>
                  <a:cubicBezTo>
                    <a:pt x="1072" y="18900"/>
                    <a:pt x="1202" y="18756"/>
                    <a:pt x="1346" y="18674"/>
                  </a:cubicBezTo>
                  <a:lnTo>
                    <a:pt x="32864" y="476"/>
                  </a:lnTo>
                  <a:cubicBezTo>
                    <a:pt x="32779" y="322"/>
                    <a:pt x="32656" y="189"/>
                    <a:pt x="32520" y="111"/>
                  </a:cubicBezTo>
                  <a:cubicBezTo>
                    <a:pt x="32390" y="37"/>
                    <a:pt x="32218" y="0"/>
                    <a:pt x="32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1041812" y="1233649"/>
              <a:ext cx="1624558" cy="2714928"/>
            </a:xfrm>
            <a:custGeom>
              <a:rect b="b" l="l" r="r" t="t"/>
              <a:pathLst>
                <a:path extrusionOk="0" h="55926" w="33465">
                  <a:moveTo>
                    <a:pt x="33318" y="1"/>
                  </a:moveTo>
                  <a:lnTo>
                    <a:pt x="30539" y="1604"/>
                  </a:lnTo>
                  <a:lnTo>
                    <a:pt x="25662" y="4417"/>
                  </a:lnTo>
                  <a:lnTo>
                    <a:pt x="1802" y="18196"/>
                  </a:lnTo>
                  <a:cubicBezTo>
                    <a:pt x="1659" y="18278"/>
                    <a:pt x="1530" y="18421"/>
                    <a:pt x="1434" y="18585"/>
                  </a:cubicBezTo>
                  <a:cubicBezTo>
                    <a:pt x="1338" y="18744"/>
                    <a:pt x="1280" y="18929"/>
                    <a:pt x="1280" y="19097"/>
                  </a:cubicBezTo>
                  <a:lnTo>
                    <a:pt x="1280" y="53111"/>
                  </a:lnTo>
                  <a:cubicBezTo>
                    <a:pt x="1280" y="53369"/>
                    <a:pt x="1267" y="53615"/>
                    <a:pt x="1232" y="53848"/>
                  </a:cubicBezTo>
                  <a:cubicBezTo>
                    <a:pt x="1226" y="53912"/>
                    <a:pt x="1215" y="53977"/>
                    <a:pt x="1205" y="54035"/>
                  </a:cubicBezTo>
                  <a:cubicBezTo>
                    <a:pt x="1191" y="54094"/>
                    <a:pt x="1185" y="54148"/>
                    <a:pt x="1171" y="54206"/>
                  </a:cubicBezTo>
                  <a:cubicBezTo>
                    <a:pt x="1161" y="54257"/>
                    <a:pt x="1147" y="54308"/>
                    <a:pt x="1133" y="54356"/>
                  </a:cubicBezTo>
                  <a:cubicBezTo>
                    <a:pt x="939" y="55116"/>
                    <a:pt x="510" y="55631"/>
                    <a:pt x="2" y="55925"/>
                  </a:cubicBezTo>
                  <a:lnTo>
                    <a:pt x="2" y="55925"/>
                  </a:lnTo>
                  <a:lnTo>
                    <a:pt x="32212" y="37332"/>
                  </a:lnTo>
                  <a:cubicBezTo>
                    <a:pt x="32984" y="36902"/>
                    <a:pt x="33464" y="35922"/>
                    <a:pt x="33464" y="34530"/>
                  </a:cubicBezTo>
                  <a:lnTo>
                    <a:pt x="33464" y="516"/>
                  </a:lnTo>
                  <a:cubicBezTo>
                    <a:pt x="33464" y="345"/>
                    <a:pt x="33410" y="161"/>
                    <a:pt x="33318" y="1"/>
                  </a:cubicBezTo>
                  <a:close/>
                  <a:moveTo>
                    <a:pt x="2" y="55925"/>
                  </a:moveTo>
                  <a:lnTo>
                    <a:pt x="0" y="55926"/>
                  </a:lnTo>
                  <a:cubicBezTo>
                    <a:pt x="1" y="55926"/>
                    <a:pt x="2" y="55925"/>
                    <a:pt x="2" y="559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246081" y="2005960"/>
              <a:ext cx="284037" cy="524432"/>
            </a:xfrm>
            <a:custGeom>
              <a:rect b="b" l="l" r="r" t="t"/>
              <a:pathLst>
                <a:path extrusionOk="0" h="10803" w="5851">
                  <a:moveTo>
                    <a:pt x="5563" y="0"/>
                  </a:moveTo>
                  <a:cubicBezTo>
                    <a:pt x="5493" y="0"/>
                    <a:pt x="5415" y="23"/>
                    <a:pt x="5332" y="70"/>
                  </a:cubicBezTo>
                  <a:lnTo>
                    <a:pt x="519" y="2848"/>
                  </a:lnTo>
                  <a:cubicBezTo>
                    <a:pt x="233" y="3015"/>
                    <a:pt x="0" y="3419"/>
                    <a:pt x="0" y="3749"/>
                  </a:cubicBezTo>
                  <a:lnTo>
                    <a:pt x="0" y="10432"/>
                  </a:lnTo>
                  <a:cubicBezTo>
                    <a:pt x="0" y="10667"/>
                    <a:pt x="117" y="10803"/>
                    <a:pt x="288" y="10803"/>
                  </a:cubicBezTo>
                  <a:cubicBezTo>
                    <a:pt x="358" y="10803"/>
                    <a:pt x="436" y="10780"/>
                    <a:pt x="519" y="10732"/>
                  </a:cubicBezTo>
                  <a:lnTo>
                    <a:pt x="5332" y="7954"/>
                  </a:lnTo>
                  <a:cubicBezTo>
                    <a:pt x="5618" y="7787"/>
                    <a:pt x="5850" y="7385"/>
                    <a:pt x="5850" y="7053"/>
                  </a:cubicBezTo>
                  <a:lnTo>
                    <a:pt x="5850" y="371"/>
                  </a:lnTo>
                  <a:cubicBezTo>
                    <a:pt x="5850" y="135"/>
                    <a:pt x="5733" y="0"/>
                    <a:pt x="5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1246081" y="1912759"/>
              <a:ext cx="1278287" cy="792691"/>
            </a:xfrm>
            <a:custGeom>
              <a:rect b="b" l="l" r="r" t="t"/>
              <a:pathLst>
                <a:path extrusionOk="0" h="16329" w="26332">
                  <a:moveTo>
                    <a:pt x="26331" y="0"/>
                  </a:moveTo>
                  <a:lnTo>
                    <a:pt x="0" y="15206"/>
                  </a:lnTo>
                  <a:lnTo>
                    <a:pt x="0" y="16329"/>
                  </a:lnTo>
                  <a:lnTo>
                    <a:pt x="26331" y="1127"/>
                  </a:lnTo>
                  <a:lnTo>
                    <a:pt x="26331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1246081" y="1912759"/>
              <a:ext cx="1278287" cy="792691"/>
            </a:xfrm>
            <a:custGeom>
              <a:rect b="b" l="l" r="r" t="t"/>
              <a:pathLst>
                <a:path extrusionOk="0" h="16329" w="26332">
                  <a:moveTo>
                    <a:pt x="26331" y="0"/>
                  </a:moveTo>
                  <a:lnTo>
                    <a:pt x="0" y="15206"/>
                  </a:lnTo>
                  <a:lnTo>
                    <a:pt x="0" y="16329"/>
                  </a:lnTo>
                  <a:lnTo>
                    <a:pt x="26331" y="1127"/>
                  </a:lnTo>
                  <a:lnTo>
                    <a:pt x="263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1246081" y="2657401"/>
              <a:ext cx="284037" cy="697397"/>
            </a:xfrm>
            <a:custGeom>
              <a:rect b="b" l="l" r="r" t="t"/>
              <a:pathLst>
                <a:path extrusionOk="0" h="14366" w="5851">
                  <a:moveTo>
                    <a:pt x="5678" y="1"/>
                  </a:moveTo>
                  <a:cubicBezTo>
                    <a:pt x="5637" y="1"/>
                    <a:pt x="5590" y="14"/>
                    <a:pt x="5540" y="43"/>
                  </a:cubicBezTo>
                  <a:lnTo>
                    <a:pt x="311" y="3063"/>
                  </a:lnTo>
                  <a:cubicBezTo>
                    <a:pt x="140" y="3163"/>
                    <a:pt x="0" y="3405"/>
                    <a:pt x="0" y="3602"/>
                  </a:cubicBezTo>
                  <a:lnTo>
                    <a:pt x="0" y="14142"/>
                  </a:lnTo>
                  <a:cubicBezTo>
                    <a:pt x="0" y="14285"/>
                    <a:pt x="70" y="14366"/>
                    <a:pt x="172" y="14366"/>
                  </a:cubicBezTo>
                  <a:cubicBezTo>
                    <a:pt x="214" y="14366"/>
                    <a:pt x="261" y="14352"/>
                    <a:pt x="311" y="14323"/>
                  </a:cubicBezTo>
                  <a:lnTo>
                    <a:pt x="5540" y="11305"/>
                  </a:lnTo>
                  <a:cubicBezTo>
                    <a:pt x="5713" y="11207"/>
                    <a:pt x="5850" y="10965"/>
                    <a:pt x="5850" y="10766"/>
                  </a:cubicBezTo>
                  <a:lnTo>
                    <a:pt x="5850" y="224"/>
                  </a:lnTo>
                  <a:cubicBezTo>
                    <a:pt x="5850" y="83"/>
                    <a:pt x="5781" y="1"/>
                    <a:pt x="56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246081" y="3258794"/>
              <a:ext cx="284037" cy="575210"/>
            </a:xfrm>
            <a:custGeom>
              <a:rect b="b" l="l" r="r" t="t"/>
              <a:pathLst>
                <a:path extrusionOk="0" h="11849" w="5851">
                  <a:moveTo>
                    <a:pt x="5680" y="0"/>
                  </a:moveTo>
                  <a:cubicBezTo>
                    <a:pt x="5638" y="0"/>
                    <a:pt x="5590" y="14"/>
                    <a:pt x="5540" y="43"/>
                  </a:cubicBezTo>
                  <a:lnTo>
                    <a:pt x="311" y="3060"/>
                  </a:lnTo>
                  <a:cubicBezTo>
                    <a:pt x="140" y="3159"/>
                    <a:pt x="0" y="3401"/>
                    <a:pt x="0" y="3599"/>
                  </a:cubicBezTo>
                  <a:lnTo>
                    <a:pt x="0" y="11849"/>
                  </a:lnTo>
                  <a:lnTo>
                    <a:pt x="5850" y="8470"/>
                  </a:lnTo>
                  <a:lnTo>
                    <a:pt x="5850" y="224"/>
                  </a:lnTo>
                  <a:cubicBezTo>
                    <a:pt x="5850" y="81"/>
                    <a:pt x="5782" y="0"/>
                    <a:pt x="5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577436" y="2466046"/>
              <a:ext cx="284182" cy="861431"/>
            </a:xfrm>
            <a:custGeom>
              <a:rect b="b" l="l" r="r" t="t"/>
              <a:pathLst>
                <a:path extrusionOk="0" h="17745" w="5854">
                  <a:moveTo>
                    <a:pt x="5679" y="1"/>
                  </a:moveTo>
                  <a:cubicBezTo>
                    <a:pt x="5637" y="1"/>
                    <a:pt x="5590" y="14"/>
                    <a:pt x="5539" y="43"/>
                  </a:cubicBezTo>
                  <a:lnTo>
                    <a:pt x="314" y="3063"/>
                  </a:lnTo>
                  <a:cubicBezTo>
                    <a:pt x="141" y="3162"/>
                    <a:pt x="1" y="3405"/>
                    <a:pt x="1" y="3603"/>
                  </a:cubicBezTo>
                  <a:lnTo>
                    <a:pt x="1" y="17520"/>
                  </a:lnTo>
                  <a:cubicBezTo>
                    <a:pt x="1" y="17663"/>
                    <a:pt x="71" y="17744"/>
                    <a:pt x="173" y="17744"/>
                  </a:cubicBezTo>
                  <a:cubicBezTo>
                    <a:pt x="216" y="17744"/>
                    <a:pt x="264" y="17730"/>
                    <a:pt x="314" y="17701"/>
                  </a:cubicBezTo>
                  <a:lnTo>
                    <a:pt x="5539" y="14685"/>
                  </a:lnTo>
                  <a:cubicBezTo>
                    <a:pt x="5714" y="14586"/>
                    <a:pt x="5854" y="14343"/>
                    <a:pt x="5854" y="14146"/>
                  </a:cubicBezTo>
                  <a:lnTo>
                    <a:pt x="5854" y="224"/>
                  </a:lnTo>
                  <a:cubicBezTo>
                    <a:pt x="5854" y="83"/>
                    <a:pt x="5783" y="1"/>
                    <a:pt x="5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1908937" y="2274789"/>
              <a:ext cx="284037" cy="697446"/>
            </a:xfrm>
            <a:custGeom>
              <a:rect b="b" l="l" r="r" t="t"/>
              <a:pathLst>
                <a:path extrusionOk="0" h="14367" w="5851">
                  <a:moveTo>
                    <a:pt x="5680" y="0"/>
                  </a:moveTo>
                  <a:cubicBezTo>
                    <a:pt x="5638" y="0"/>
                    <a:pt x="5590" y="15"/>
                    <a:pt x="5540" y="45"/>
                  </a:cubicBezTo>
                  <a:lnTo>
                    <a:pt x="311" y="3061"/>
                  </a:lnTo>
                  <a:cubicBezTo>
                    <a:pt x="137" y="3161"/>
                    <a:pt x="1" y="3403"/>
                    <a:pt x="1" y="3600"/>
                  </a:cubicBezTo>
                  <a:lnTo>
                    <a:pt x="1" y="14143"/>
                  </a:lnTo>
                  <a:cubicBezTo>
                    <a:pt x="1" y="14284"/>
                    <a:pt x="70" y="14366"/>
                    <a:pt x="172" y="14366"/>
                  </a:cubicBezTo>
                  <a:cubicBezTo>
                    <a:pt x="214" y="14366"/>
                    <a:pt x="261" y="14353"/>
                    <a:pt x="311" y="14324"/>
                  </a:cubicBezTo>
                  <a:lnTo>
                    <a:pt x="5540" y="11303"/>
                  </a:lnTo>
                  <a:cubicBezTo>
                    <a:pt x="5711" y="11205"/>
                    <a:pt x="5851" y="10963"/>
                    <a:pt x="5851" y="10764"/>
                  </a:cubicBezTo>
                  <a:lnTo>
                    <a:pt x="5851" y="222"/>
                  </a:lnTo>
                  <a:cubicBezTo>
                    <a:pt x="5851" y="82"/>
                    <a:pt x="5781" y="0"/>
                    <a:pt x="5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2240340" y="2083483"/>
              <a:ext cx="283988" cy="861382"/>
            </a:xfrm>
            <a:custGeom>
              <a:rect b="b" l="l" r="r" t="t"/>
              <a:pathLst>
                <a:path extrusionOk="0" h="17744" w="5850">
                  <a:moveTo>
                    <a:pt x="5678" y="0"/>
                  </a:moveTo>
                  <a:cubicBezTo>
                    <a:pt x="5636" y="0"/>
                    <a:pt x="5589" y="14"/>
                    <a:pt x="5539" y="43"/>
                  </a:cubicBezTo>
                  <a:lnTo>
                    <a:pt x="311" y="3060"/>
                  </a:lnTo>
                  <a:cubicBezTo>
                    <a:pt x="139" y="3159"/>
                    <a:pt x="0" y="3402"/>
                    <a:pt x="0" y="3600"/>
                  </a:cubicBezTo>
                  <a:lnTo>
                    <a:pt x="0" y="17522"/>
                  </a:lnTo>
                  <a:cubicBezTo>
                    <a:pt x="0" y="17662"/>
                    <a:pt x="71" y="17744"/>
                    <a:pt x="173" y="17744"/>
                  </a:cubicBezTo>
                  <a:cubicBezTo>
                    <a:pt x="214" y="17744"/>
                    <a:pt x="261" y="17730"/>
                    <a:pt x="311" y="17702"/>
                  </a:cubicBezTo>
                  <a:lnTo>
                    <a:pt x="5539" y="14682"/>
                  </a:lnTo>
                  <a:cubicBezTo>
                    <a:pt x="5709" y="14583"/>
                    <a:pt x="5849" y="14340"/>
                    <a:pt x="5849" y="14143"/>
                  </a:cubicBezTo>
                  <a:lnTo>
                    <a:pt x="5849" y="221"/>
                  </a:lnTo>
                  <a:cubicBezTo>
                    <a:pt x="5849" y="81"/>
                    <a:pt x="5779" y="0"/>
                    <a:pt x="56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577436" y="3231464"/>
              <a:ext cx="284182" cy="411176"/>
            </a:xfrm>
            <a:custGeom>
              <a:rect b="b" l="l" r="r" t="t"/>
              <a:pathLst>
                <a:path extrusionOk="0" h="8470" w="5854">
                  <a:moveTo>
                    <a:pt x="5681" y="0"/>
                  </a:moveTo>
                  <a:cubicBezTo>
                    <a:pt x="5638" y="0"/>
                    <a:pt x="5590" y="14"/>
                    <a:pt x="5539" y="43"/>
                  </a:cubicBezTo>
                  <a:lnTo>
                    <a:pt x="314" y="3060"/>
                  </a:lnTo>
                  <a:cubicBezTo>
                    <a:pt x="141" y="3159"/>
                    <a:pt x="1" y="3401"/>
                    <a:pt x="1" y="3600"/>
                  </a:cubicBezTo>
                  <a:lnTo>
                    <a:pt x="1" y="8469"/>
                  </a:lnTo>
                  <a:lnTo>
                    <a:pt x="5854" y="5094"/>
                  </a:lnTo>
                  <a:lnTo>
                    <a:pt x="5854" y="224"/>
                  </a:lnTo>
                  <a:cubicBezTo>
                    <a:pt x="5854" y="81"/>
                    <a:pt x="5784" y="0"/>
                    <a:pt x="5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1908937" y="2876133"/>
              <a:ext cx="284037" cy="575307"/>
            </a:xfrm>
            <a:custGeom>
              <a:rect b="b" l="l" r="r" t="t"/>
              <a:pathLst>
                <a:path extrusionOk="0" h="11851" w="5851">
                  <a:moveTo>
                    <a:pt x="5677" y="0"/>
                  </a:moveTo>
                  <a:cubicBezTo>
                    <a:pt x="5636" y="0"/>
                    <a:pt x="5589" y="13"/>
                    <a:pt x="5540" y="42"/>
                  </a:cubicBezTo>
                  <a:lnTo>
                    <a:pt x="311" y="3059"/>
                  </a:lnTo>
                  <a:cubicBezTo>
                    <a:pt x="137" y="3162"/>
                    <a:pt x="1" y="3404"/>
                    <a:pt x="1" y="3602"/>
                  </a:cubicBezTo>
                  <a:lnTo>
                    <a:pt x="1" y="11851"/>
                  </a:lnTo>
                  <a:lnTo>
                    <a:pt x="5851" y="8472"/>
                  </a:lnTo>
                  <a:lnTo>
                    <a:pt x="5851" y="223"/>
                  </a:lnTo>
                  <a:cubicBezTo>
                    <a:pt x="5851" y="82"/>
                    <a:pt x="5780" y="0"/>
                    <a:pt x="5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2240340" y="2848755"/>
              <a:ext cx="283988" cy="411370"/>
            </a:xfrm>
            <a:custGeom>
              <a:rect b="b" l="l" r="r" t="t"/>
              <a:pathLst>
                <a:path extrusionOk="0" h="8474" w="5850">
                  <a:moveTo>
                    <a:pt x="5676" y="1"/>
                  </a:moveTo>
                  <a:cubicBezTo>
                    <a:pt x="5635" y="1"/>
                    <a:pt x="5588" y="14"/>
                    <a:pt x="5539" y="43"/>
                  </a:cubicBezTo>
                  <a:lnTo>
                    <a:pt x="311" y="3063"/>
                  </a:lnTo>
                  <a:cubicBezTo>
                    <a:pt x="139" y="3162"/>
                    <a:pt x="0" y="3405"/>
                    <a:pt x="0" y="3603"/>
                  </a:cubicBezTo>
                  <a:lnTo>
                    <a:pt x="0" y="8473"/>
                  </a:lnTo>
                  <a:lnTo>
                    <a:pt x="5849" y="5094"/>
                  </a:lnTo>
                  <a:lnTo>
                    <a:pt x="5849" y="224"/>
                  </a:lnTo>
                  <a:cubicBezTo>
                    <a:pt x="5849" y="83"/>
                    <a:pt x="5779" y="1"/>
                    <a:pt x="5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624814" y="3313647"/>
              <a:ext cx="189423" cy="260007"/>
            </a:xfrm>
            <a:custGeom>
              <a:rect b="b" l="l" r="r" t="t"/>
              <a:pathLst>
                <a:path extrusionOk="0" h="5356" w="3902">
                  <a:moveTo>
                    <a:pt x="3730" y="0"/>
                  </a:moveTo>
                  <a:cubicBezTo>
                    <a:pt x="3688" y="0"/>
                    <a:pt x="3641" y="14"/>
                    <a:pt x="3591" y="43"/>
                  </a:cubicBezTo>
                  <a:lnTo>
                    <a:pt x="311" y="1934"/>
                  </a:lnTo>
                  <a:cubicBezTo>
                    <a:pt x="140" y="2033"/>
                    <a:pt x="0" y="2275"/>
                    <a:pt x="0" y="2473"/>
                  </a:cubicBezTo>
                  <a:lnTo>
                    <a:pt x="0" y="5131"/>
                  </a:lnTo>
                  <a:cubicBezTo>
                    <a:pt x="0" y="5274"/>
                    <a:pt x="70" y="5355"/>
                    <a:pt x="172" y="5355"/>
                  </a:cubicBezTo>
                  <a:cubicBezTo>
                    <a:pt x="214" y="5355"/>
                    <a:pt x="261" y="5341"/>
                    <a:pt x="311" y="5312"/>
                  </a:cubicBezTo>
                  <a:lnTo>
                    <a:pt x="3591" y="3422"/>
                  </a:lnTo>
                  <a:cubicBezTo>
                    <a:pt x="3762" y="3320"/>
                    <a:pt x="3902" y="3080"/>
                    <a:pt x="3902" y="2879"/>
                  </a:cubicBezTo>
                  <a:lnTo>
                    <a:pt x="3902" y="220"/>
                  </a:lnTo>
                  <a:cubicBezTo>
                    <a:pt x="3902" y="80"/>
                    <a:pt x="3832" y="0"/>
                    <a:pt x="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2287670" y="2930938"/>
              <a:ext cx="189471" cy="260056"/>
            </a:xfrm>
            <a:custGeom>
              <a:rect b="b" l="l" r="r" t="t"/>
              <a:pathLst>
                <a:path extrusionOk="0" h="5357" w="3903">
                  <a:moveTo>
                    <a:pt x="3728" y="1"/>
                  </a:moveTo>
                  <a:cubicBezTo>
                    <a:pt x="3685" y="1"/>
                    <a:pt x="3638" y="14"/>
                    <a:pt x="3588" y="43"/>
                  </a:cubicBezTo>
                  <a:lnTo>
                    <a:pt x="311" y="1934"/>
                  </a:lnTo>
                  <a:cubicBezTo>
                    <a:pt x="137" y="2036"/>
                    <a:pt x="1" y="2278"/>
                    <a:pt x="1" y="2476"/>
                  </a:cubicBezTo>
                  <a:lnTo>
                    <a:pt x="1" y="5135"/>
                  </a:lnTo>
                  <a:cubicBezTo>
                    <a:pt x="1" y="5275"/>
                    <a:pt x="69" y="5357"/>
                    <a:pt x="170" y="5357"/>
                  </a:cubicBezTo>
                  <a:cubicBezTo>
                    <a:pt x="212" y="5357"/>
                    <a:pt x="260" y="5343"/>
                    <a:pt x="311" y="5312"/>
                  </a:cubicBezTo>
                  <a:lnTo>
                    <a:pt x="3588" y="3422"/>
                  </a:lnTo>
                  <a:cubicBezTo>
                    <a:pt x="3762" y="3323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3"/>
                    <a:pt x="3831" y="1"/>
                    <a:pt x="37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1293459" y="2739437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27" y="0"/>
                  </a:moveTo>
                  <a:cubicBezTo>
                    <a:pt x="3685" y="0"/>
                    <a:pt x="3638" y="14"/>
                    <a:pt x="3587" y="42"/>
                  </a:cubicBezTo>
                  <a:lnTo>
                    <a:pt x="311" y="1936"/>
                  </a:lnTo>
                  <a:cubicBezTo>
                    <a:pt x="141" y="2035"/>
                    <a:pt x="0" y="2278"/>
                    <a:pt x="0" y="2476"/>
                  </a:cubicBezTo>
                  <a:lnTo>
                    <a:pt x="0" y="5135"/>
                  </a:lnTo>
                  <a:cubicBezTo>
                    <a:pt x="0" y="5274"/>
                    <a:pt x="70" y="5356"/>
                    <a:pt x="171" y="5356"/>
                  </a:cubicBezTo>
                  <a:cubicBezTo>
                    <a:pt x="213" y="5356"/>
                    <a:pt x="261" y="5342"/>
                    <a:pt x="311" y="5312"/>
                  </a:cubicBezTo>
                  <a:lnTo>
                    <a:pt x="3587" y="3421"/>
                  </a:lnTo>
                  <a:cubicBezTo>
                    <a:pt x="3762" y="3322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2"/>
                    <a:pt x="3831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1293459" y="2928559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6" y="1"/>
                  </a:moveTo>
                  <a:cubicBezTo>
                    <a:pt x="3758" y="1"/>
                    <a:pt x="3726" y="10"/>
                    <a:pt x="3693" y="31"/>
                  </a:cubicBezTo>
                  <a:lnTo>
                    <a:pt x="209" y="2041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4" y="2633"/>
                  </a:cubicBezTo>
                  <a:cubicBezTo>
                    <a:pt x="143" y="2633"/>
                    <a:pt x="175" y="2624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5"/>
                    <a:pt x="3902" y="231"/>
                  </a:cubicBezTo>
                  <a:lnTo>
                    <a:pt x="3902" y="149"/>
                  </a:lnTo>
                  <a:cubicBezTo>
                    <a:pt x="3902" y="56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1293459" y="298326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6" y="0"/>
                  </a:moveTo>
                  <a:cubicBezTo>
                    <a:pt x="3758" y="0"/>
                    <a:pt x="3726" y="10"/>
                    <a:pt x="3693" y="30"/>
                  </a:cubicBezTo>
                  <a:lnTo>
                    <a:pt x="209" y="2040"/>
                  </a:lnTo>
                  <a:cubicBezTo>
                    <a:pt x="93" y="2108"/>
                    <a:pt x="0" y="2269"/>
                    <a:pt x="0" y="2401"/>
                  </a:cubicBezTo>
                  <a:lnTo>
                    <a:pt x="0" y="2483"/>
                  </a:lnTo>
                  <a:cubicBezTo>
                    <a:pt x="0" y="2577"/>
                    <a:pt x="47" y="2633"/>
                    <a:pt x="114" y="2633"/>
                  </a:cubicBezTo>
                  <a:cubicBezTo>
                    <a:pt x="143" y="2633"/>
                    <a:pt x="175" y="2623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1293459" y="3037828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4" y="1"/>
                  </a:moveTo>
                  <a:cubicBezTo>
                    <a:pt x="3756" y="1"/>
                    <a:pt x="3725" y="10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1"/>
                    <a:pt x="0" y="2404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2"/>
                  </a:lnTo>
                  <a:cubicBezTo>
                    <a:pt x="3806" y="527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293459" y="309253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0"/>
                  </a:moveTo>
                  <a:cubicBezTo>
                    <a:pt x="3756" y="0"/>
                    <a:pt x="3725" y="9"/>
                    <a:pt x="3693" y="27"/>
                  </a:cubicBezTo>
                  <a:lnTo>
                    <a:pt x="209" y="2042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3" y="591"/>
                  </a:lnTo>
                  <a:cubicBezTo>
                    <a:pt x="3806" y="526"/>
                    <a:pt x="3902" y="366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3" y="0"/>
                    <a:pt x="3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293459" y="3147194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1"/>
                  </a:moveTo>
                  <a:cubicBezTo>
                    <a:pt x="3756" y="1"/>
                    <a:pt x="3725" y="9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0"/>
                    <a:pt x="0" y="2400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1"/>
                  </a:lnTo>
                  <a:cubicBezTo>
                    <a:pt x="3806" y="527"/>
                    <a:pt x="3902" y="366"/>
                    <a:pt x="3902" y="232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624814" y="2548083"/>
              <a:ext cx="189423" cy="260104"/>
            </a:xfrm>
            <a:custGeom>
              <a:rect b="b" l="l" r="r" t="t"/>
              <a:pathLst>
                <a:path extrusionOk="0" h="5358" w="3902">
                  <a:moveTo>
                    <a:pt x="3728" y="0"/>
                  </a:moveTo>
                  <a:cubicBezTo>
                    <a:pt x="3687" y="0"/>
                    <a:pt x="3640" y="14"/>
                    <a:pt x="3591" y="42"/>
                  </a:cubicBezTo>
                  <a:lnTo>
                    <a:pt x="311" y="1937"/>
                  </a:lnTo>
                  <a:cubicBezTo>
                    <a:pt x="140" y="2036"/>
                    <a:pt x="0" y="2278"/>
                    <a:pt x="0" y="2476"/>
                  </a:cubicBezTo>
                  <a:lnTo>
                    <a:pt x="0" y="5134"/>
                  </a:lnTo>
                  <a:cubicBezTo>
                    <a:pt x="0" y="5275"/>
                    <a:pt x="71" y="5358"/>
                    <a:pt x="174" y="5358"/>
                  </a:cubicBezTo>
                  <a:cubicBezTo>
                    <a:pt x="215" y="5358"/>
                    <a:pt x="262" y="5344"/>
                    <a:pt x="311" y="5315"/>
                  </a:cubicBezTo>
                  <a:lnTo>
                    <a:pt x="3591" y="3421"/>
                  </a:lnTo>
                  <a:cubicBezTo>
                    <a:pt x="3762" y="3323"/>
                    <a:pt x="3902" y="3080"/>
                    <a:pt x="3902" y="2882"/>
                  </a:cubicBezTo>
                  <a:lnTo>
                    <a:pt x="3902" y="223"/>
                  </a:lnTo>
                  <a:cubicBezTo>
                    <a:pt x="3902" y="82"/>
                    <a:pt x="3831" y="0"/>
                    <a:pt x="3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1624814" y="2737204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4"/>
                  </a:cubicBezTo>
                  <a:lnTo>
                    <a:pt x="3694" y="594"/>
                  </a:lnTo>
                  <a:cubicBezTo>
                    <a:pt x="3809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5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1624814" y="2791912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59" y="0"/>
                    <a:pt x="3727" y="10"/>
                    <a:pt x="3694" y="29"/>
                  </a:cubicBezTo>
                  <a:lnTo>
                    <a:pt x="209" y="2040"/>
                  </a:lnTo>
                  <a:cubicBezTo>
                    <a:pt x="93" y="2108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7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3"/>
                  </a:cubicBezTo>
                  <a:lnTo>
                    <a:pt x="3694" y="593"/>
                  </a:lnTo>
                  <a:cubicBezTo>
                    <a:pt x="3809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624814" y="2846571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3"/>
                    <a:pt x="115" y="2633"/>
                  </a:cubicBezTo>
                  <a:cubicBezTo>
                    <a:pt x="143" y="2633"/>
                    <a:pt x="175" y="2623"/>
                    <a:pt x="209" y="2603"/>
                  </a:cubicBezTo>
                  <a:lnTo>
                    <a:pt x="3694" y="593"/>
                  </a:lnTo>
                  <a:cubicBezTo>
                    <a:pt x="3809" y="525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1624814" y="2901230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8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9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4" y="594"/>
                  </a:lnTo>
                  <a:cubicBezTo>
                    <a:pt x="3809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5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1624814" y="295584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1"/>
                  </a:moveTo>
                  <a:cubicBezTo>
                    <a:pt x="3758" y="1"/>
                    <a:pt x="3727" y="10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4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4" y="591"/>
                  </a:lnTo>
                  <a:cubicBezTo>
                    <a:pt x="3809" y="526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4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1624814" y="3010596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8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9" y="2040"/>
                  </a:lnTo>
                  <a:cubicBezTo>
                    <a:pt x="93" y="2109"/>
                    <a:pt x="0" y="2268"/>
                    <a:pt x="0" y="2402"/>
                  </a:cubicBezTo>
                  <a:lnTo>
                    <a:pt x="0" y="2484"/>
                  </a:lnTo>
                  <a:cubicBezTo>
                    <a:pt x="0" y="2578"/>
                    <a:pt x="47" y="2631"/>
                    <a:pt x="115" y="2631"/>
                  </a:cubicBezTo>
                  <a:cubicBezTo>
                    <a:pt x="143" y="2631"/>
                    <a:pt x="175" y="2622"/>
                    <a:pt x="209" y="2603"/>
                  </a:cubicBezTo>
                  <a:lnTo>
                    <a:pt x="3694" y="593"/>
                  </a:lnTo>
                  <a:cubicBezTo>
                    <a:pt x="3809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5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1624814" y="306520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0"/>
                  </a:moveTo>
                  <a:cubicBezTo>
                    <a:pt x="3758" y="0"/>
                    <a:pt x="3727" y="9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5"/>
                  </a:cubicBezTo>
                  <a:lnTo>
                    <a:pt x="3694" y="590"/>
                  </a:lnTo>
                  <a:cubicBezTo>
                    <a:pt x="3809" y="526"/>
                    <a:pt x="3902" y="365"/>
                    <a:pt x="3902" y="232"/>
                  </a:cubicBezTo>
                  <a:lnTo>
                    <a:pt x="3902" y="151"/>
                  </a:lnTo>
                  <a:cubicBezTo>
                    <a:pt x="3902" y="55"/>
                    <a:pt x="3854" y="0"/>
                    <a:pt x="37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1624814" y="3119865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5" y="1"/>
                  </a:moveTo>
                  <a:cubicBezTo>
                    <a:pt x="3758" y="1"/>
                    <a:pt x="3727" y="9"/>
                    <a:pt x="3694" y="28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0"/>
                  </a:cubicBezTo>
                  <a:lnTo>
                    <a:pt x="0" y="2485"/>
                  </a:lnTo>
                  <a:cubicBezTo>
                    <a:pt x="0" y="2579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4" y="591"/>
                  </a:lnTo>
                  <a:cubicBezTo>
                    <a:pt x="3809" y="526"/>
                    <a:pt x="3902" y="365"/>
                    <a:pt x="3902" y="233"/>
                  </a:cubicBezTo>
                  <a:lnTo>
                    <a:pt x="3902" y="151"/>
                  </a:lnTo>
                  <a:cubicBezTo>
                    <a:pt x="3902" y="55"/>
                    <a:pt x="3854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1293459" y="3340830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27" y="0"/>
                  </a:moveTo>
                  <a:cubicBezTo>
                    <a:pt x="3685" y="0"/>
                    <a:pt x="3638" y="14"/>
                    <a:pt x="3587" y="43"/>
                  </a:cubicBezTo>
                  <a:lnTo>
                    <a:pt x="311" y="1936"/>
                  </a:lnTo>
                  <a:cubicBezTo>
                    <a:pt x="141" y="2035"/>
                    <a:pt x="0" y="2278"/>
                    <a:pt x="0" y="2476"/>
                  </a:cubicBezTo>
                  <a:lnTo>
                    <a:pt x="0" y="5135"/>
                  </a:lnTo>
                  <a:cubicBezTo>
                    <a:pt x="0" y="5274"/>
                    <a:pt x="70" y="5356"/>
                    <a:pt x="171" y="5356"/>
                  </a:cubicBezTo>
                  <a:cubicBezTo>
                    <a:pt x="213" y="5356"/>
                    <a:pt x="261" y="5342"/>
                    <a:pt x="311" y="5312"/>
                  </a:cubicBezTo>
                  <a:lnTo>
                    <a:pt x="3587" y="3421"/>
                  </a:lnTo>
                  <a:cubicBezTo>
                    <a:pt x="3762" y="3322"/>
                    <a:pt x="3902" y="3080"/>
                    <a:pt x="3902" y="2882"/>
                  </a:cubicBezTo>
                  <a:lnTo>
                    <a:pt x="3902" y="224"/>
                  </a:lnTo>
                  <a:cubicBezTo>
                    <a:pt x="3902" y="83"/>
                    <a:pt x="3831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293459" y="3530001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6" y="0"/>
                  </a:moveTo>
                  <a:cubicBezTo>
                    <a:pt x="3758" y="0"/>
                    <a:pt x="3726" y="10"/>
                    <a:pt x="3693" y="30"/>
                  </a:cubicBezTo>
                  <a:lnTo>
                    <a:pt x="209" y="2040"/>
                  </a:lnTo>
                  <a:cubicBezTo>
                    <a:pt x="93" y="2108"/>
                    <a:pt x="0" y="2268"/>
                    <a:pt x="0" y="2401"/>
                  </a:cubicBezTo>
                  <a:lnTo>
                    <a:pt x="0" y="2483"/>
                  </a:lnTo>
                  <a:cubicBezTo>
                    <a:pt x="0" y="2577"/>
                    <a:pt x="47" y="2632"/>
                    <a:pt x="114" y="2632"/>
                  </a:cubicBezTo>
                  <a:cubicBezTo>
                    <a:pt x="143" y="2632"/>
                    <a:pt x="175" y="2623"/>
                    <a:pt x="209" y="2603"/>
                  </a:cubicBezTo>
                  <a:lnTo>
                    <a:pt x="3693" y="593"/>
                  </a:lnTo>
                  <a:cubicBezTo>
                    <a:pt x="3806" y="525"/>
                    <a:pt x="3902" y="364"/>
                    <a:pt x="3902" y="230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1293459" y="3584562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1"/>
                  </a:moveTo>
                  <a:cubicBezTo>
                    <a:pt x="3756" y="1"/>
                    <a:pt x="3725" y="10"/>
                    <a:pt x="3693" y="28"/>
                  </a:cubicBezTo>
                  <a:lnTo>
                    <a:pt x="209" y="2042"/>
                  </a:lnTo>
                  <a:cubicBezTo>
                    <a:pt x="93" y="2107"/>
                    <a:pt x="0" y="2271"/>
                    <a:pt x="0" y="2403"/>
                  </a:cubicBezTo>
                  <a:lnTo>
                    <a:pt x="0" y="2485"/>
                  </a:lnTo>
                  <a:cubicBezTo>
                    <a:pt x="0" y="2580"/>
                    <a:pt x="47" y="2633"/>
                    <a:pt x="115" y="2633"/>
                  </a:cubicBezTo>
                  <a:cubicBezTo>
                    <a:pt x="143" y="2633"/>
                    <a:pt x="175" y="2624"/>
                    <a:pt x="209" y="2605"/>
                  </a:cubicBezTo>
                  <a:lnTo>
                    <a:pt x="3693" y="592"/>
                  </a:lnTo>
                  <a:cubicBezTo>
                    <a:pt x="3806" y="527"/>
                    <a:pt x="3902" y="366"/>
                    <a:pt x="3902" y="233"/>
                  </a:cubicBezTo>
                  <a:lnTo>
                    <a:pt x="3902" y="151"/>
                  </a:lnTo>
                  <a:cubicBezTo>
                    <a:pt x="3902" y="56"/>
                    <a:pt x="3853" y="1"/>
                    <a:pt x="37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1293459" y="363927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4" y="0"/>
                  </a:moveTo>
                  <a:cubicBezTo>
                    <a:pt x="3756" y="0"/>
                    <a:pt x="3725" y="9"/>
                    <a:pt x="3693" y="27"/>
                  </a:cubicBezTo>
                  <a:lnTo>
                    <a:pt x="209" y="2041"/>
                  </a:lnTo>
                  <a:cubicBezTo>
                    <a:pt x="93" y="2106"/>
                    <a:pt x="0" y="2270"/>
                    <a:pt x="0" y="2403"/>
                  </a:cubicBezTo>
                  <a:lnTo>
                    <a:pt x="0" y="2485"/>
                  </a:lnTo>
                  <a:cubicBezTo>
                    <a:pt x="0" y="2579"/>
                    <a:pt x="47" y="2632"/>
                    <a:pt x="115" y="2632"/>
                  </a:cubicBezTo>
                  <a:cubicBezTo>
                    <a:pt x="143" y="2632"/>
                    <a:pt x="175" y="2623"/>
                    <a:pt x="209" y="2604"/>
                  </a:cubicBezTo>
                  <a:lnTo>
                    <a:pt x="3693" y="591"/>
                  </a:lnTo>
                  <a:cubicBezTo>
                    <a:pt x="3806" y="526"/>
                    <a:pt x="3902" y="366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3" y="0"/>
                    <a:pt x="3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1956169" y="2356777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30" y="0"/>
                  </a:moveTo>
                  <a:cubicBezTo>
                    <a:pt x="3688" y="0"/>
                    <a:pt x="3641" y="15"/>
                    <a:pt x="3591" y="45"/>
                  </a:cubicBezTo>
                  <a:lnTo>
                    <a:pt x="314" y="1935"/>
                  </a:lnTo>
                  <a:cubicBezTo>
                    <a:pt x="141" y="2034"/>
                    <a:pt x="1" y="2277"/>
                    <a:pt x="1" y="2475"/>
                  </a:cubicBezTo>
                  <a:lnTo>
                    <a:pt x="1" y="5134"/>
                  </a:lnTo>
                  <a:cubicBezTo>
                    <a:pt x="1" y="5274"/>
                    <a:pt x="72" y="5356"/>
                    <a:pt x="175" y="5356"/>
                  </a:cubicBezTo>
                  <a:cubicBezTo>
                    <a:pt x="217" y="5356"/>
                    <a:pt x="264" y="5343"/>
                    <a:pt x="314" y="5314"/>
                  </a:cubicBezTo>
                  <a:lnTo>
                    <a:pt x="3591" y="3420"/>
                  </a:lnTo>
                  <a:cubicBezTo>
                    <a:pt x="3761" y="3321"/>
                    <a:pt x="3901" y="3079"/>
                    <a:pt x="3901" y="2881"/>
                  </a:cubicBezTo>
                  <a:lnTo>
                    <a:pt x="3901" y="222"/>
                  </a:lnTo>
                  <a:cubicBezTo>
                    <a:pt x="3901" y="82"/>
                    <a:pt x="3831" y="0"/>
                    <a:pt x="3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1956169" y="2545947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7" y="0"/>
                  </a:moveTo>
                  <a:cubicBezTo>
                    <a:pt x="3759" y="0"/>
                    <a:pt x="3727" y="9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7"/>
                    <a:pt x="49" y="2632"/>
                    <a:pt x="118" y="2632"/>
                  </a:cubicBezTo>
                  <a:cubicBezTo>
                    <a:pt x="145" y="2632"/>
                    <a:pt x="176" y="2624"/>
                    <a:pt x="209" y="2605"/>
                  </a:cubicBezTo>
                  <a:lnTo>
                    <a:pt x="3693" y="591"/>
                  </a:lnTo>
                  <a:cubicBezTo>
                    <a:pt x="3810" y="527"/>
                    <a:pt x="3901" y="363"/>
                    <a:pt x="3901" y="229"/>
                  </a:cubicBezTo>
                  <a:lnTo>
                    <a:pt x="3901" y="147"/>
                  </a:lnTo>
                  <a:cubicBezTo>
                    <a:pt x="3901" y="54"/>
                    <a:pt x="3855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1956169" y="2600606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7" y="1"/>
                  </a:moveTo>
                  <a:cubicBezTo>
                    <a:pt x="3759" y="1"/>
                    <a:pt x="3727" y="10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8"/>
                    <a:pt x="1" y="2400"/>
                  </a:cubicBezTo>
                  <a:lnTo>
                    <a:pt x="1" y="2482"/>
                  </a:lnTo>
                  <a:cubicBezTo>
                    <a:pt x="1" y="2576"/>
                    <a:pt x="48" y="2632"/>
                    <a:pt x="116" y="2632"/>
                  </a:cubicBezTo>
                  <a:cubicBezTo>
                    <a:pt x="144" y="2632"/>
                    <a:pt x="176" y="2622"/>
                    <a:pt x="209" y="2602"/>
                  </a:cubicBezTo>
                  <a:lnTo>
                    <a:pt x="3693" y="592"/>
                  </a:lnTo>
                  <a:cubicBezTo>
                    <a:pt x="3810" y="527"/>
                    <a:pt x="3901" y="363"/>
                    <a:pt x="3901" y="230"/>
                  </a:cubicBezTo>
                  <a:lnTo>
                    <a:pt x="3901" y="148"/>
                  </a:lnTo>
                  <a:cubicBezTo>
                    <a:pt x="3901" y="54"/>
                    <a:pt x="3855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1956169" y="2655216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60" y="0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2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4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1956169" y="2709875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60" y="1"/>
                    <a:pt x="3727" y="10"/>
                    <a:pt x="3693" y="30"/>
                  </a:cubicBezTo>
                  <a:lnTo>
                    <a:pt x="209" y="2041"/>
                  </a:lnTo>
                  <a:cubicBezTo>
                    <a:pt x="96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4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5"/>
                    <a:pt x="3901" y="231"/>
                  </a:cubicBezTo>
                  <a:lnTo>
                    <a:pt x="3901" y="149"/>
                  </a:lnTo>
                  <a:cubicBezTo>
                    <a:pt x="3901" y="56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956169" y="2764534"/>
              <a:ext cx="189423" cy="127868"/>
            </a:xfrm>
            <a:custGeom>
              <a:rect b="b" l="l" r="r" t="t"/>
              <a:pathLst>
                <a:path extrusionOk="0" h="2634" w="3902">
                  <a:moveTo>
                    <a:pt x="3788" y="1"/>
                  </a:moveTo>
                  <a:cubicBezTo>
                    <a:pt x="3760" y="1"/>
                    <a:pt x="3727" y="11"/>
                    <a:pt x="3693" y="31"/>
                  </a:cubicBezTo>
                  <a:lnTo>
                    <a:pt x="209" y="2041"/>
                  </a:lnTo>
                  <a:cubicBezTo>
                    <a:pt x="96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4"/>
                    <a:pt x="209" y="2604"/>
                  </a:cubicBezTo>
                  <a:lnTo>
                    <a:pt x="3693" y="593"/>
                  </a:lnTo>
                  <a:cubicBezTo>
                    <a:pt x="3810" y="526"/>
                    <a:pt x="3901" y="365"/>
                    <a:pt x="3901" y="231"/>
                  </a:cubicBezTo>
                  <a:lnTo>
                    <a:pt x="3901" y="150"/>
                  </a:lnTo>
                  <a:cubicBezTo>
                    <a:pt x="3901" y="56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2287670" y="2165519"/>
              <a:ext cx="189471" cy="259958"/>
            </a:xfrm>
            <a:custGeom>
              <a:rect b="b" l="l" r="r" t="t"/>
              <a:pathLst>
                <a:path extrusionOk="0" h="5355" w="3903">
                  <a:moveTo>
                    <a:pt x="3729" y="0"/>
                  </a:moveTo>
                  <a:cubicBezTo>
                    <a:pt x="3687" y="0"/>
                    <a:pt x="3639" y="14"/>
                    <a:pt x="3588" y="43"/>
                  </a:cubicBezTo>
                  <a:lnTo>
                    <a:pt x="311" y="1934"/>
                  </a:lnTo>
                  <a:cubicBezTo>
                    <a:pt x="137" y="2033"/>
                    <a:pt x="1" y="2275"/>
                    <a:pt x="1" y="2473"/>
                  </a:cubicBezTo>
                  <a:lnTo>
                    <a:pt x="1" y="5131"/>
                  </a:lnTo>
                  <a:cubicBezTo>
                    <a:pt x="1" y="5272"/>
                    <a:pt x="70" y="5355"/>
                    <a:pt x="172" y="5355"/>
                  </a:cubicBezTo>
                  <a:cubicBezTo>
                    <a:pt x="214" y="5355"/>
                    <a:pt x="261" y="5341"/>
                    <a:pt x="311" y="5312"/>
                  </a:cubicBezTo>
                  <a:lnTo>
                    <a:pt x="3588" y="3422"/>
                  </a:lnTo>
                  <a:cubicBezTo>
                    <a:pt x="3762" y="3320"/>
                    <a:pt x="3902" y="3080"/>
                    <a:pt x="3902" y="2879"/>
                  </a:cubicBezTo>
                  <a:lnTo>
                    <a:pt x="3902" y="220"/>
                  </a:lnTo>
                  <a:cubicBezTo>
                    <a:pt x="3902" y="80"/>
                    <a:pt x="3832" y="0"/>
                    <a:pt x="3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2287670" y="2354592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0"/>
                  </a:moveTo>
                  <a:cubicBezTo>
                    <a:pt x="3758" y="0"/>
                    <a:pt x="3727" y="9"/>
                    <a:pt x="3694" y="28"/>
                  </a:cubicBezTo>
                  <a:lnTo>
                    <a:pt x="205" y="2042"/>
                  </a:lnTo>
                  <a:cubicBezTo>
                    <a:pt x="93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7"/>
                    <a:pt x="48" y="2632"/>
                    <a:pt x="116" y="2632"/>
                  </a:cubicBezTo>
                  <a:cubicBezTo>
                    <a:pt x="143" y="2632"/>
                    <a:pt x="173" y="2624"/>
                    <a:pt x="205" y="2605"/>
                  </a:cubicBezTo>
                  <a:lnTo>
                    <a:pt x="3694" y="592"/>
                  </a:lnTo>
                  <a:cubicBezTo>
                    <a:pt x="3806" y="526"/>
                    <a:pt x="3902" y="362"/>
                    <a:pt x="3902" y="233"/>
                  </a:cubicBezTo>
                  <a:lnTo>
                    <a:pt x="3902" y="148"/>
                  </a:lnTo>
                  <a:cubicBezTo>
                    <a:pt x="3902" y="53"/>
                    <a:pt x="3854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2287670" y="2409251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1"/>
                  </a:moveTo>
                  <a:cubicBezTo>
                    <a:pt x="3758" y="1"/>
                    <a:pt x="3727" y="10"/>
                    <a:pt x="3694" y="28"/>
                  </a:cubicBezTo>
                  <a:lnTo>
                    <a:pt x="205" y="2042"/>
                  </a:lnTo>
                  <a:cubicBezTo>
                    <a:pt x="93" y="2107"/>
                    <a:pt x="1" y="2267"/>
                    <a:pt x="1" y="2401"/>
                  </a:cubicBezTo>
                  <a:lnTo>
                    <a:pt x="1" y="2483"/>
                  </a:lnTo>
                  <a:cubicBezTo>
                    <a:pt x="1" y="2577"/>
                    <a:pt x="48" y="2633"/>
                    <a:pt x="116" y="2633"/>
                  </a:cubicBezTo>
                  <a:cubicBezTo>
                    <a:pt x="143" y="2633"/>
                    <a:pt x="173" y="2624"/>
                    <a:pt x="205" y="2605"/>
                  </a:cubicBezTo>
                  <a:lnTo>
                    <a:pt x="3694" y="592"/>
                  </a:lnTo>
                  <a:cubicBezTo>
                    <a:pt x="3806" y="527"/>
                    <a:pt x="3902" y="363"/>
                    <a:pt x="3902" y="233"/>
                  </a:cubicBezTo>
                  <a:lnTo>
                    <a:pt x="3902" y="148"/>
                  </a:lnTo>
                  <a:cubicBezTo>
                    <a:pt x="3902" y="54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2287670" y="2463910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6" y="1"/>
                  </a:moveTo>
                  <a:cubicBezTo>
                    <a:pt x="3758" y="1"/>
                    <a:pt x="3727" y="10"/>
                    <a:pt x="3694" y="29"/>
                  </a:cubicBezTo>
                  <a:lnTo>
                    <a:pt x="205" y="2042"/>
                  </a:lnTo>
                  <a:cubicBezTo>
                    <a:pt x="93" y="2108"/>
                    <a:pt x="1" y="2267"/>
                    <a:pt x="1" y="2401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3" y="2633"/>
                    <a:pt x="173" y="2624"/>
                    <a:pt x="205" y="2606"/>
                  </a:cubicBezTo>
                  <a:lnTo>
                    <a:pt x="3694" y="592"/>
                  </a:lnTo>
                  <a:cubicBezTo>
                    <a:pt x="3806" y="527"/>
                    <a:pt x="3902" y="363"/>
                    <a:pt x="3902" y="230"/>
                  </a:cubicBezTo>
                  <a:lnTo>
                    <a:pt x="3902" y="148"/>
                  </a:lnTo>
                  <a:cubicBezTo>
                    <a:pt x="3902" y="54"/>
                    <a:pt x="3854" y="1"/>
                    <a:pt x="3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2287670" y="2518520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2287670" y="2573179"/>
              <a:ext cx="189471" cy="127868"/>
            </a:xfrm>
            <a:custGeom>
              <a:rect b="b" l="l" r="r" t="t"/>
              <a:pathLst>
                <a:path extrusionOk="0" h="2634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3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5"/>
                    <a:pt x="3902" y="232"/>
                  </a:cubicBezTo>
                  <a:lnTo>
                    <a:pt x="3902" y="150"/>
                  </a:lnTo>
                  <a:cubicBezTo>
                    <a:pt x="3902" y="56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2287670" y="2627887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0"/>
                  </a:moveTo>
                  <a:cubicBezTo>
                    <a:pt x="3759" y="0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8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3"/>
                    <a:pt x="205" y="2603"/>
                  </a:cubicBezTo>
                  <a:lnTo>
                    <a:pt x="3694" y="593"/>
                  </a:lnTo>
                  <a:cubicBezTo>
                    <a:pt x="3806" y="524"/>
                    <a:pt x="3902" y="364"/>
                    <a:pt x="3902" y="231"/>
                  </a:cubicBezTo>
                  <a:lnTo>
                    <a:pt x="3902" y="149"/>
                  </a:lnTo>
                  <a:cubicBezTo>
                    <a:pt x="3902" y="55"/>
                    <a:pt x="3854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2287670" y="2682546"/>
              <a:ext cx="189471" cy="127819"/>
            </a:xfrm>
            <a:custGeom>
              <a:rect b="b" l="l" r="r" t="t"/>
              <a:pathLst>
                <a:path extrusionOk="0" h="2633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3"/>
                    <a:pt x="205" y="2604"/>
                  </a:cubicBezTo>
                  <a:lnTo>
                    <a:pt x="3694" y="593"/>
                  </a:lnTo>
                  <a:cubicBezTo>
                    <a:pt x="3806" y="525"/>
                    <a:pt x="3902" y="364"/>
                    <a:pt x="3902" y="231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2287670" y="2737204"/>
              <a:ext cx="189471" cy="127868"/>
            </a:xfrm>
            <a:custGeom>
              <a:rect b="b" l="l" r="r" t="t"/>
              <a:pathLst>
                <a:path extrusionOk="0" h="2634" w="3903">
                  <a:moveTo>
                    <a:pt x="3787" y="1"/>
                  </a:moveTo>
                  <a:cubicBezTo>
                    <a:pt x="3759" y="1"/>
                    <a:pt x="3727" y="10"/>
                    <a:pt x="3694" y="30"/>
                  </a:cubicBezTo>
                  <a:lnTo>
                    <a:pt x="205" y="2040"/>
                  </a:lnTo>
                  <a:cubicBezTo>
                    <a:pt x="93" y="2109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7" y="2633"/>
                    <a:pt x="114" y="2633"/>
                  </a:cubicBezTo>
                  <a:cubicBezTo>
                    <a:pt x="142" y="2633"/>
                    <a:pt x="173" y="2624"/>
                    <a:pt x="205" y="2604"/>
                  </a:cubicBezTo>
                  <a:lnTo>
                    <a:pt x="3694" y="594"/>
                  </a:lnTo>
                  <a:cubicBezTo>
                    <a:pt x="3806" y="525"/>
                    <a:pt x="3902" y="364"/>
                    <a:pt x="3902" y="232"/>
                  </a:cubicBezTo>
                  <a:lnTo>
                    <a:pt x="3902" y="150"/>
                  </a:lnTo>
                  <a:cubicBezTo>
                    <a:pt x="3902" y="55"/>
                    <a:pt x="3854" y="1"/>
                    <a:pt x="37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1956169" y="2958170"/>
              <a:ext cx="189423" cy="260056"/>
            </a:xfrm>
            <a:custGeom>
              <a:rect b="b" l="l" r="r" t="t"/>
              <a:pathLst>
                <a:path extrusionOk="0" h="5357" w="3902">
                  <a:moveTo>
                    <a:pt x="3730" y="1"/>
                  </a:moveTo>
                  <a:cubicBezTo>
                    <a:pt x="3688" y="1"/>
                    <a:pt x="3641" y="15"/>
                    <a:pt x="3591" y="45"/>
                  </a:cubicBezTo>
                  <a:lnTo>
                    <a:pt x="314" y="1935"/>
                  </a:lnTo>
                  <a:cubicBezTo>
                    <a:pt x="141" y="2034"/>
                    <a:pt x="1" y="2277"/>
                    <a:pt x="1" y="2475"/>
                  </a:cubicBezTo>
                  <a:lnTo>
                    <a:pt x="1" y="5134"/>
                  </a:lnTo>
                  <a:cubicBezTo>
                    <a:pt x="1" y="5274"/>
                    <a:pt x="72" y="5356"/>
                    <a:pt x="175" y="5356"/>
                  </a:cubicBezTo>
                  <a:cubicBezTo>
                    <a:pt x="217" y="5356"/>
                    <a:pt x="264" y="5343"/>
                    <a:pt x="314" y="5314"/>
                  </a:cubicBezTo>
                  <a:lnTo>
                    <a:pt x="3591" y="3420"/>
                  </a:lnTo>
                  <a:cubicBezTo>
                    <a:pt x="3761" y="3321"/>
                    <a:pt x="3901" y="3079"/>
                    <a:pt x="3901" y="2881"/>
                  </a:cubicBezTo>
                  <a:lnTo>
                    <a:pt x="3901" y="223"/>
                  </a:lnTo>
                  <a:cubicBezTo>
                    <a:pt x="3901" y="83"/>
                    <a:pt x="3831" y="1"/>
                    <a:pt x="37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956169" y="3147340"/>
              <a:ext cx="189423" cy="127770"/>
            </a:xfrm>
            <a:custGeom>
              <a:rect b="b" l="l" r="r" t="t"/>
              <a:pathLst>
                <a:path extrusionOk="0" h="2632" w="3902">
                  <a:moveTo>
                    <a:pt x="3787" y="0"/>
                  </a:moveTo>
                  <a:cubicBezTo>
                    <a:pt x="3759" y="0"/>
                    <a:pt x="3727" y="10"/>
                    <a:pt x="3693" y="29"/>
                  </a:cubicBezTo>
                  <a:lnTo>
                    <a:pt x="209" y="2042"/>
                  </a:lnTo>
                  <a:cubicBezTo>
                    <a:pt x="96" y="2107"/>
                    <a:pt x="1" y="2267"/>
                    <a:pt x="1" y="2400"/>
                  </a:cubicBezTo>
                  <a:lnTo>
                    <a:pt x="1" y="2482"/>
                  </a:lnTo>
                  <a:cubicBezTo>
                    <a:pt x="1" y="2576"/>
                    <a:pt x="48" y="2631"/>
                    <a:pt x="116" y="2631"/>
                  </a:cubicBezTo>
                  <a:cubicBezTo>
                    <a:pt x="144" y="2631"/>
                    <a:pt x="176" y="2622"/>
                    <a:pt x="209" y="2602"/>
                  </a:cubicBezTo>
                  <a:lnTo>
                    <a:pt x="3693" y="592"/>
                  </a:lnTo>
                  <a:cubicBezTo>
                    <a:pt x="3810" y="527"/>
                    <a:pt x="3901" y="363"/>
                    <a:pt x="3901" y="229"/>
                  </a:cubicBezTo>
                  <a:lnTo>
                    <a:pt x="3901" y="148"/>
                  </a:lnTo>
                  <a:cubicBezTo>
                    <a:pt x="3901" y="54"/>
                    <a:pt x="3855" y="0"/>
                    <a:pt x="3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1956169" y="3201950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0"/>
                  </a:moveTo>
                  <a:cubicBezTo>
                    <a:pt x="3760" y="0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1"/>
                  </a:cubicBezTo>
                  <a:lnTo>
                    <a:pt x="1" y="2483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4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0"/>
                    <a:pt x="3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1956169" y="3256609"/>
              <a:ext cx="189423" cy="127819"/>
            </a:xfrm>
            <a:custGeom>
              <a:rect b="b" l="l" r="r" t="t"/>
              <a:pathLst>
                <a:path extrusionOk="0" h="2633" w="3902">
                  <a:moveTo>
                    <a:pt x="3788" y="1"/>
                  </a:moveTo>
                  <a:cubicBezTo>
                    <a:pt x="3760" y="1"/>
                    <a:pt x="3727" y="10"/>
                    <a:pt x="3693" y="30"/>
                  </a:cubicBezTo>
                  <a:lnTo>
                    <a:pt x="209" y="2040"/>
                  </a:lnTo>
                  <a:cubicBezTo>
                    <a:pt x="96" y="2108"/>
                    <a:pt x="1" y="2269"/>
                    <a:pt x="1" y="2402"/>
                  </a:cubicBezTo>
                  <a:lnTo>
                    <a:pt x="1" y="2484"/>
                  </a:lnTo>
                  <a:cubicBezTo>
                    <a:pt x="1" y="2578"/>
                    <a:pt x="48" y="2633"/>
                    <a:pt x="116" y="2633"/>
                  </a:cubicBezTo>
                  <a:cubicBezTo>
                    <a:pt x="144" y="2633"/>
                    <a:pt x="176" y="2623"/>
                    <a:pt x="209" y="2603"/>
                  </a:cubicBezTo>
                  <a:lnTo>
                    <a:pt x="3693" y="593"/>
                  </a:lnTo>
                  <a:cubicBezTo>
                    <a:pt x="3810" y="525"/>
                    <a:pt x="3901" y="365"/>
                    <a:pt x="3901" y="231"/>
                  </a:cubicBezTo>
                  <a:lnTo>
                    <a:pt x="3901" y="149"/>
                  </a:lnTo>
                  <a:cubicBezTo>
                    <a:pt x="3901" y="55"/>
                    <a:pt x="3856" y="1"/>
                    <a:pt x="3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1628601" y="1862808"/>
              <a:ext cx="155150" cy="430594"/>
            </a:xfrm>
            <a:custGeom>
              <a:rect b="b" l="l" r="r" t="t"/>
              <a:pathLst>
                <a:path extrusionOk="0" h="8870" w="3196">
                  <a:moveTo>
                    <a:pt x="3038" y="1"/>
                  </a:moveTo>
                  <a:cubicBezTo>
                    <a:pt x="2991" y="1"/>
                    <a:pt x="2934" y="21"/>
                    <a:pt x="2864" y="60"/>
                  </a:cubicBezTo>
                  <a:lnTo>
                    <a:pt x="2332" y="367"/>
                  </a:lnTo>
                  <a:cubicBezTo>
                    <a:pt x="2212" y="439"/>
                    <a:pt x="2127" y="528"/>
                    <a:pt x="2076" y="637"/>
                  </a:cubicBezTo>
                  <a:cubicBezTo>
                    <a:pt x="2025" y="750"/>
                    <a:pt x="2001" y="886"/>
                    <a:pt x="2001" y="1050"/>
                  </a:cubicBezTo>
                  <a:lnTo>
                    <a:pt x="2001" y="5900"/>
                  </a:lnTo>
                  <a:cubicBezTo>
                    <a:pt x="2001" y="6254"/>
                    <a:pt x="1946" y="6552"/>
                    <a:pt x="1844" y="6784"/>
                  </a:cubicBezTo>
                  <a:cubicBezTo>
                    <a:pt x="1741" y="7020"/>
                    <a:pt x="1578" y="7201"/>
                    <a:pt x="1349" y="7330"/>
                  </a:cubicBezTo>
                  <a:cubicBezTo>
                    <a:pt x="1172" y="7434"/>
                    <a:pt x="1003" y="7485"/>
                    <a:pt x="842" y="7485"/>
                  </a:cubicBezTo>
                  <a:cubicBezTo>
                    <a:pt x="733" y="7485"/>
                    <a:pt x="628" y="7462"/>
                    <a:pt x="527" y="7415"/>
                  </a:cubicBezTo>
                  <a:cubicBezTo>
                    <a:pt x="499" y="7401"/>
                    <a:pt x="475" y="7394"/>
                    <a:pt x="454" y="7394"/>
                  </a:cubicBezTo>
                  <a:cubicBezTo>
                    <a:pt x="439" y="7394"/>
                    <a:pt x="425" y="7398"/>
                    <a:pt x="414" y="7405"/>
                  </a:cubicBezTo>
                  <a:cubicBezTo>
                    <a:pt x="380" y="7426"/>
                    <a:pt x="342" y="7491"/>
                    <a:pt x="305" y="7603"/>
                  </a:cubicBezTo>
                  <a:lnTo>
                    <a:pt x="45" y="8429"/>
                  </a:lnTo>
                  <a:cubicBezTo>
                    <a:pt x="15" y="8511"/>
                    <a:pt x="1" y="8582"/>
                    <a:pt x="1" y="8644"/>
                  </a:cubicBezTo>
                  <a:cubicBezTo>
                    <a:pt x="1" y="8716"/>
                    <a:pt x="25" y="8760"/>
                    <a:pt x="73" y="8777"/>
                  </a:cubicBezTo>
                  <a:cubicBezTo>
                    <a:pt x="211" y="8839"/>
                    <a:pt x="360" y="8869"/>
                    <a:pt x="520" y="8869"/>
                  </a:cubicBezTo>
                  <a:cubicBezTo>
                    <a:pt x="821" y="8869"/>
                    <a:pt x="1160" y="8761"/>
                    <a:pt x="1537" y="8545"/>
                  </a:cubicBezTo>
                  <a:cubicBezTo>
                    <a:pt x="2080" y="8231"/>
                    <a:pt x="2493" y="7777"/>
                    <a:pt x="2776" y="7187"/>
                  </a:cubicBezTo>
                  <a:cubicBezTo>
                    <a:pt x="3055" y="6593"/>
                    <a:pt x="3195" y="5934"/>
                    <a:pt x="3195" y="5210"/>
                  </a:cubicBezTo>
                  <a:lnTo>
                    <a:pt x="3195" y="357"/>
                  </a:lnTo>
                  <a:cubicBezTo>
                    <a:pt x="3195" y="193"/>
                    <a:pt x="3172" y="87"/>
                    <a:pt x="3121" y="33"/>
                  </a:cubicBezTo>
                  <a:cubicBezTo>
                    <a:pt x="3099" y="12"/>
                    <a:pt x="3071" y="1"/>
                    <a:pt x="303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1810686" y="1744607"/>
              <a:ext cx="244133" cy="418167"/>
            </a:xfrm>
            <a:custGeom>
              <a:rect b="b" l="l" r="r" t="t"/>
              <a:pathLst>
                <a:path extrusionOk="0" h="8614" w="5029">
                  <a:moveTo>
                    <a:pt x="3044" y="1514"/>
                  </a:moveTo>
                  <a:cubicBezTo>
                    <a:pt x="3232" y="1514"/>
                    <a:pt x="3387" y="1600"/>
                    <a:pt x="3510" y="1772"/>
                  </a:cubicBezTo>
                  <a:cubicBezTo>
                    <a:pt x="3735" y="2086"/>
                    <a:pt x="3844" y="2673"/>
                    <a:pt x="3844" y="3540"/>
                  </a:cubicBezTo>
                  <a:cubicBezTo>
                    <a:pt x="3844" y="4406"/>
                    <a:pt x="3735" y="5123"/>
                    <a:pt x="3510" y="5693"/>
                  </a:cubicBezTo>
                  <a:cubicBezTo>
                    <a:pt x="3288" y="6263"/>
                    <a:pt x="2957" y="6673"/>
                    <a:pt x="2519" y="6925"/>
                  </a:cubicBezTo>
                  <a:cubicBezTo>
                    <a:pt x="2319" y="7041"/>
                    <a:pt x="2141" y="7099"/>
                    <a:pt x="1986" y="7099"/>
                  </a:cubicBezTo>
                  <a:cubicBezTo>
                    <a:pt x="1797" y="7099"/>
                    <a:pt x="1641" y="7013"/>
                    <a:pt x="1520" y="6843"/>
                  </a:cubicBezTo>
                  <a:cubicBezTo>
                    <a:pt x="1295" y="6529"/>
                    <a:pt x="1185" y="5942"/>
                    <a:pt x="1185" y="5076"/>
                  </a:cubicBezTo>
                  <a:cubicBezTo>
                    <a:pt x="1185" y="4209"/>
                    <a:pt x="1295" y="3492"/>
                    <a:pt x="1520" y="2922"/>
                  </a:cubicBezTo>
                  <a:cubicBezTo>
                    <a:pt x="1741" y="2352"/>
                    <a:pt x="2076" y="1939"/>
                    <a:pt x="2519" y="1686"/>
                  </a:cubicBezTo>
                  <a:cubicBezTo>
                    <a:pt x="2716" y="1571"/>
                    <a:pt x="2890" y="1514"/>
                    <a:pt x="3044" y="1514"/>
                  </a:cubicBezTo>
                  <a:close/>
                  <a:moveTo>
                    <a:pt x="3623" y="1"/>
                  </a:moveTo>
                  <a:cubicBezTo>
                    <a:pt x="3306" y="1"/>
                    <a:pt x="2938" y="121"/>
                    <a:pt x="2519" y="362"/>
                  </a:cubicBezTo>
                  <a:cubicBezTo>
                    <a:pt x="1700" y="837"/>
                    <a:pt x="1076" y="1539"/>
                    <a:pt x="646" y="2478"/>
                  </a:cubicBezTo>
                  <a:cubicBezTo>
                    <a:pt x="216" y="3414"/>
                    <a:pt x="1" y="4509"/>
                    <a:pt x="1" y="5758"/>
                  </a:cubicBezTo>
                  <a:cubicBezTo>
                    <a:pt x="1" y="7010"/>
                    <a:pt x="216" y="7854"/>
                    <a:pt x="646" y="8294"/>
                  </a:cubicBezTo>
                  <a:cubicBezTo>
                    <a:pt x="854" y="8507"/>
                    <a:pt x="1107" y="8614"/>
                    <a:pt x="1405" y="8614"/>
                  </a:cubicBezTo>
                  <a:cubicBezTo>
                    <a:pt x="1725" y="8614"/>
                    <a:pt x="2096" y="8491"/>
                    <a:pt x="2519" y="8246"/>
                  </a:cubicBezTo>
                  <a:cubicBezTo>
                    <a:pt x="3332" y="7779"/>
                    <a:pt x="3953" y="7076"/>
                    <a:pt x="4383" y="6137"/>
                  </a:cubicBezTo>
                  <a:cubicBezTo>
                    <a:pt x="4813" y="5202"/>
                    <a:pt x="5028" y="4107"/>
                    <a:pt x="5028" y="2857"/>
                  </a:cubicBezTo>
                  <a:cubicBezTo>
                    <a:pt x="5028" y="1604"/>
                    <a:pt x="4813" y="758"/>
                    <a:pt x="4383" y="321"/>
                  </a:cubicBezTo>
                  <a:cubicBezTo>
                    <a:pt x="4174" y="108"/>
                    <a:pt x="3921" y="1"/>
                    <a:pt x="362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2083401" y="1602184"/>
              <a:ext cx="202044" cy="441517"/>
            </a:xfrm>
            <a:custGeom>
              <a:rect b="b" l="l" r="r" t="t"/>
              <a:pathLst>
                <a:path extrusionOk="0" h="9095" w="4162">
                  <a:moveTo>
                    <a:pt x="2561" y="1614"/>
                  </a:moveTo>
                  <a:cubicBezTo>
                    <a:pt x="2613" y="1614"/>
                    <a:pt x="2658" y="1628"/>
                    <a:pt x="2693" y="1655"/>
                  </a:cubicBezTo>
                  <a:cubicBezTo>
                    <a:pt x="2792" y="1729"/>
                    <a:pt x="2844" y="1917"/>
                    <a:pt x="2844" y="2221"/>
                  </a:cubicBezTo>
                  <a:cubicBezTo>
                    <a:pt x="2844" y="2501"/>
                    <a:pt x="2789" y="2747"/>
                    <a:pt x="2683" y="2955"/>
                  </a:cubicBezTo>
                  <a:cubicBezTo>
                    <a:pt x="2578" y="3166"/>
                    <a:pt x="2430" y="3323"/>
                    <a:pt x="2236" y="3436"/>
                  </a:cubicBezTo>
                  <a:lnTo>
                    <a:pt x="1192" y="4040"/>
                  </a:lnTo>
                  <a:lnTo>
                    <a:pt x="1192" y="2331"/>
                  </a:lnTo>
                  <a:lnTo>
                    <a:pt x="2236" y="1726"/>
                  </a:lnTo>
                  <a:cubicBezTo>
                    <a:pt x="2366" y="1651"/>
                    <a:pt x="2475" y="1614"/>
                    <a:pt x="2561" y="1614"/>
                  </a:cubicBezTo>
                  <a:close/>
                  <a:moveTo>
                    <a:pt x="2625" y="4548"/>
                  </a:moveTo>
                  <a:cubicBezTo>
                    <a:pt x="2691" y="4548"/>
                    <a:pt x="2749" y="4566"/>
                    <a:pt x="2799" y="4604"/>
                  </a:cubicBezTo>
                  <a:cubicBezTo>
                    <a:pt x="2919" y="4695"/>
                    <a:pt x="2980" y="4900"/>
                    <a:pt x="2980" y="5218"/>
                  </a:cubicBezTo>
                  <a:cubicBezTo>
                    <a:pt x="2980" y="5497"/>
                    <a:pt x="2929" y="5757"/>
                    <a:pt x="2827" y="5989"/>
                  </a:cubicBezTo>
                  <a:cubicBezTo>
                    <a:pt x="2721" y="6225"/>
                    <a:pt x="2564" y="6402"/>
                    <a:pt x="2353" y="6521"/>
                  </a:cubicBezTo>
                  <a:lnTo>
                    <a:pt x="1192" y="7194"/>
                  </a:lnTo>
                  <a:lnTo>
                    <a:pt x="1192" y="5296"/>
                  </a:lnTo>
                  <a:lnTo>
                    <a:pt x="2294" y="4658"/>
                  </a:lnTo>
                  <a:cubicBezTo>
                    <a:pt x="2421" y="4584"/>
                    <a:pt x="2531" y="4548"/>
                    <a:pt x="2625" y="4548"/>
                  </a:cubicBezTo>
                  <a:close/>
                  <a:moveTo>
                    <a:pt x="3227" y="0"/>
                  </a:moveTo>
                  <a:cubicBezTo>
                    <a:pt x="3009" y="0"/>
                    <a:pt x="2745" y="89"/>
                    <a:pt x="2438" y="266"/>
                  </a:cubicBezTo>
                  <a:lnTo>
                    <a:pt x="325" y="1487"/>
                  </a:lnTo>
                  <a:cubicBezTo>
                    <a:pt x="209" y="1552"/>
                    <a:pt x="127" y="1641"/>
                    <a:pt x="75" y="1750"/>
                  </a:cubicBezTo>
                  <a:cubicBezTo>
                    <a:pt x="28" y="1863"/>
                    <a:pt x="1" y="1999"/>
                    <a:pt x="1" y="2163"/>
                  </a:cubicBezTo>
                  <a:lnTo>
                    <a:pt x="1" y="8747"/>
                  </a:lnTo>
                  <a:cubicBezTo>
                    <a:pt x="1" y="8911"/>
                    <a:pt x="28" y="9016"/>
                    <a:pt x="75" y="9064"/>
                  </a:cubicBezTo>
                  <a:cubicBezTo>
                    <a:pt x="97" y="9084"/>
                    <a:pt x="125" y="9095"/>
                    <a:pt x="158" y="9095"/>
                  </a:cubicBezTo>
                  <a:cubicBezTo>
                    <a:pt x="203" y="9095"/>
                    <a:pt x="258" y="9076"/>
                    <a:pt x="325" y="9037"/>
                  </a:cubicBezTo>
                  <a:lnTo>
                    <a:pt x="2438" y="7819"/>
                  </a:lnTo>
                  <a:cubicBezTo>
                    <a:pt x="2819" y="7597"/>
                    <a:pt x="3137" y="7317"/>
                    <a:pt x="3393" y="6972"/>
                  </a:cubicBezTo>
                  <a:cubicBezTo>
                    <a:pt x="3652" y="6627"/>
                    <a:pt x="3843" y="6245"/>
                    <a:pt x="3970" y="5832"/>
                  </a:cubicBezTo>
                  <a:cubicBezTo>
                    <a:pt x="4100" y="5419"/>
                    <a:pt x="4161" y="4999"/>
                    <a:pt x="4161" y="4579"/>
                  </a:cubicBezTo>
                  <a:cubicBezTo>
                    <a:pt x="4161" y="3745"/>
                    <a:pt x="3933" y="3328"/>
                    <a:pt x="3475" y="3328"/>
                  </a:cubicBezTo>
                  <a:cubicBezTo>
                    <a:pt x="3457" y="3328"/>
                    <a:pt x="3439" y="3329"/>
                    <a:pt x="3421" y="3330"/>
                  </a:cubicBezTo>
                  <a:cubicBezTo>
                    <a:pt x="3608" y="3105"/>
                    <a:pt x="3755" y="2822"/>
                    <a:pt x="3864" y="2487"/>
                  </a:cubicBezTo>
                  <a:cubicBezTo>
                    <a:pt x="3970" y="2150"/>
                    <a:pt x="4024" y="1808"/>
                    <a:pt x="4024" y="1460"/>
                  </a:cubicBezTo>
                  <a:cubicBezTo>
                    <a:pt x="4024" y="801"/>
                    <a:pt x="3895" y="361"/>
                    <a:pt x="3629" y="139"/>
                  </a:cubicBezTo>
                  <a:cubicBezTo>
                    <a:pt x="3519" y="46"/>
                    <a:pt x="3384" y="0"/>
                    <a:pt x="32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2291796" y="1478789"/>
              <a:ext cx="187335" cy="426177"/>
            </a:xfrm>
            <a:custGeom>
              <a:rect b="b" l="l" r="r" t="t"/>
              <a:pathLst>
                <a:path extrusionOk="0" h="8779" w="3859">
                  <a:moveTo>
                    <a:pt x="3218" y="1"/>
                  </a:moveTo>
                  <a:cubicBezTo>
                    <a:pt x="2887" y="1"/>
                    <a:pt x="2479" y="141"/>
                    <a:pt x="1991" y="421"/>
                  </a:cubicBezTo>
                  <a:cubicBezTo>
                    <a:pt x="1448" y="736"/>
                    <a:pt x="1008" y="1176"/>
                    <a:pt x="677" y="1739"/>
                  </a:cubicBezTo>
                  <a:cubicBezTo>
                    <a:pt x="346" y="2305"/>
                    <a:pt x="179" y="2940"/>
                    <a:pt x="179" y="3644"/>
                  </a:cubicBezTo>
                  <a:cubicBezTo>
                    <a:pt x="179" y="4067"/>
                    <a:pt x="247" y="4384"/>
                    <a:pt x="387" y="4596"/>
                  </a:cubicBezTo>
                  <a:cubicBezTo>
                    <a:pt x="523" y="4811"/>
                    <a:pt x="697" y="4947"/>
                    <a:pt x="913" y="5009"/>
                  </a:cubicBezTo>
                  <a:cubicBezTo>
                    <a:pt x="1127" y="5070"/>
                    <a:pt x="1387" y="5101"/>
                    <a:pt x="1694" y="5101"/>
                  </a:cubicBezTo>
                  <a:cubicBezTo>
                    <a:pt x="1960" y="5104"/>
                    <a:pt x="2155" y="5118"/>
                    <a:pt x="2281" y="5139"/>
                  </a:cubicBezTo>
                  <a:cubicBezTo>
                    <a:pt x="2411" y="5163"/>
                    <a:pt x="2507" y="5217"/>
                    <a:pt x="2571" y="5306"/>
                  </a:cubicBezTo>
                  <a:cubicBezTo>
                    <a:pt x="2636" y="5394"/>
                    <a:pt x="2667" y="5538"/>
                    <a:pt x="2667" y="5739"/>
                  </a:cubicBezTo>
                  <a:cubicBezTo>
                    <a:pt x="2667" y="6032"/>
                    <a:pt x="2602" y="6289"/>
                    <a:pt x="2466" y="6503"/>
                  </a:cubicBezTo>
                  <a:cubicBezTo>
                    <a:pt x="2332" y="6719"/>
                    <a:pt x="2124" y="6906"/>
                    <a:pt x="1848" y="7067"/>
                  </a:cubicBezTo>
                  <a:cubicBezTo>
                    <a:pt x="1609" y="7203"/>
                    <a:pt x="1377" y="7292"/>
                    <a:pt x="1148" y="7326"/>
                  </a:cubicBezTo>
                  <a:cubicBezTo>
                    <a:pt x="1051" y="7342"/>
                    <a:pt x="959" y="7350"/>
                    <a:pt x="871" y="7350"/>
                  </a:cubicBezTo>
                  <a:cubicBezTo>
                    <a:pt x="749" y="7350"/>
                    <a:pt x="637" y="7334"/>
                    <a:pt x="533" y="7302"/>
                  </a:cubicBezTo>
                  <a:cubicBezTo>
                    <a:pt x="509" y="7293"/>
                    <a:pt x="488" y="7287"/>
                    <a:pt x="469" y="7287"/>
                  </a:cubicBezTo>
                  <a:cubicBezTo>
                    <a:pt x="453" y="7287"/>
                    <a:pt x="438" y="7291"/>
                    <a:pt x="424" y="7299"/>
                  </a:cubicBezTo>
                  <a:cubicBezTo>
                    <a:pt x="390" y="7319"/>
                    <a:pt x="360" y="7374"/>
                    <a:pt x="333" y="7466"/>
                  </a:cubicBezTo>
                  <a:lnTo>
                    <a:pt x="35" y="8357"/>
                  </a:lnTo>
                  <a:cubicBezTo>
                    <a:pt x="11" y="8432"/>
                    <a:pt x="1" y="8490"/>
                    <a:pt x="1" y="8534"/>
                  </a:cubicBezTo>
                  <a:cubicBezTo>
                    <a:pt x="1" y="8600"/>
                    <a:pt x="35" y="8654"/>
                    <a:pt x="107" y="8695"/>
                  </a:cubicBezTo>
                  <a:cubicBezTo>
                    <a:pt x="227" y="8751"/>
                    <a:pt x="368" y="8778"/>
                    <a:pt x="530" y="8778"/>
                  </a:cubicBezTo>
                  <a:cubicBezTo>
                    <a:pt x="654" y="8778"/>
                    <a:pt x="791" y="8762"/>
                    <a:pt x="940" y="8729"/>
                  </a:cubicBezTo>
                  <a:cubicBezTo>
                    <a:pt x="1284" y="8654"/>
                    <a:pt x="1643" y="8507"/>
                    <a:pt x="2018" y="8288"/>
                  </a:cubicBezTo>
                  <a:cubicBezTo>
                    <a:pt x="2615" y="7944"/>
                    <a:pt x="3069" y="7490"/>
                    <a:pt x="3387" y="6927"/>
                  </a:cubicBezTo>
                  <a:cubicBezTo>
                    <a:pt x="3701" y="6367"/>
                    <a:pt x="3858" y="5763"/>
                    <a:pt x="3858" y="5118"/>
                  </a:cubicBezTo>
                  <a:cubicBezTo>
                    <a:pt x="3858" y="4688"/>
                    <a:pt x="3803" y="4367"/>
                    <a:pt x="3698" y="4156"/>
                  </a:cubicBezTo>
                  <a:cubicBezTo>
                    <a:pt x="3589" y="3944"/>
                    <a:pt x="3431" y="3804"/>
                    <a:pt x="3230" y="3732"/>
                  </a:cubicBezTo>
                  <a:cubicBezTo>
                    <a:pt x="3028" y="3657"/>
                    <a:pt x="2752" y="3616"/>
                    <a:pt x="2401" y="3606"/>
                  </a:cubicBezTo>
                  <a:lnTo>
                    <a:pt x="2199" y="3599"/>
                  </a:lnTo>
                  <a:cubicBezTo>
                    <a:pt x="1974" y="3596"/>
                    <a:pt x="1807" y="3582"/>
                    <a:pt x="1701" y="3558"/>
                  </a:cubicBezTo>
                  <a:cubicBezTo>
                    <a:pt x="1595" y="3534"/>
                    <a:pt x="1513" y="3480"/>
                    <a:pt x="1451" y="3391"/>
                  </a:cubicBezTo>
                  <a:cubicBezTo>
                    <a:pt x="1393" y="3306"/>
                    <a:pt x="1363" y="3166"/>
                    <a:pt x="1363" y="2971"/>
                  </a:cubicBezTo>
                  <a:cubicBezTo>
                    <a:pt x="1363" y="2395"/>
                    <a:pt x="1623" y="1954"/>
                    <a:pt x="2141" y="1658"/>
                  </a:cubicBezTo>
                  <a:cubicBezTo>
                    <a:pt x="2417" y="1498"/>
                    <a:pt x="2665" y="1418"/>
                    <a:pt x="2886" y="1418"/>
                  </a:cubicBezTo>
                  <a:cubicBezTo>
                    <a:pt x="3001" y="1418"/>
                    <a:pt x="3109" y="1440"/>
                    <a:pt x="3209" y="1483"/>
                  </a:cubicBezTo>
                  <a:cubicBezTo>
                    <a:pt x="3232" y="1494"/>
                    <a:pt x="3253" y="1499"/>
                    <a:pt x="3271" y="1499"/>
                  </a:cubicBezTo>
                  <a:cubicBezTo>
                    <a:pt x="3288" y="1499"/>
                    <a:pt x="3304" y="1495"/>
                    <a:pt x="3318" y="1486"/>
                  </a:cubicBezTo>
                  <a:cubicBezTo>
                    <a:pt x="3349" y="1469"/>
                    <a:pt x="3384" y="1415"/>
                    <a:pt x="3411" y="1323"/>
                  </a:cubicBezTo>
                  <a:lnTo>
                    <a:pt x="3707" y="429"/>
                  </a:lnTo>
                  <a:cubicBezTo>
                    <a:pt x="3732" y="357"/>
                    <a:pt x="3742" y="299"/>
                    <a:pt x="3742" y="254"/>
                  </a:cubicBezTo>
                  <a:cubicBezTo>
                    <a:pt x="3742" y="196"/>
                    <a:pt x="3707" y="142"/>
                    <a:pt x="3636" y="94"/>
                  </a:cubicBezTo>
                  <a:cubicBezTo>
                    <a:pt x="3514" y="32"/>
                    <a:pt x="3374" y="1"/>
                    <a:pt x="32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3092368" y="751331"/>
              <a:ext cx="710165" cy="1752620"/>
            </a:xfrm>
            <a:custGeom>
              <a:rect b="b" l="l" r="r" t="t"/>
              <a:pathLst>
                <a:path extrusionOk="0" h="36103" w="14629">
                  <a:moveTo>
                    <a:pt x="13307" y="0"/>
                  </a:moveTo>
                  <a:cubicBezTo>
                    <a:pt x="13224" y="0"/>
                    <a:pt x="13130" y="28"/>
                    <a:pt x="13031" y="87"/>
                  </a:cubicBezTo>
                  <a:lnTo>
                    <a:pt x="625" y="7265"/>
                  </a:lnTo>
                  <a:cubicBezTo>
                    <a:pt x="280" y="7462"/>
                    <a:pt x="1" y="7950"/>
                    <a:pt x="1" y="8346"/>
                  </a:cubicBezTo>
                  <a:lnTo>
                    <a:pt x="1" y="33916"/>
                  </a:lnTo>
                  <a:cubicBezTo>
                    <a:pt x="1" y="34115"/>
                    <a:pt x="72" y="34255"/>
                    <a:pt x="185" y="34319"/>
                  </a:cubicBezTo>
                  <a:lnTo>
                    <a:pt x="1158" y="34882"/>
                  </a:lnTo>
                  <a:cubicBezTo>
                    <a:pt x="1158" y="34882"/>
                    <a:pt x="1161" y="34882"/>
                    <a:pt x="1165" y="34885"/>
                  </a:cubicBezTo>
                  <a:lnTo>
                    <a:pt x="1178" y="34893"/>
                  </a:lnTo>
                  <a:lnTo>
                    <a:pt x="1178" y="34889"/>
                  </a:lnTo>
                  <a:cubicBezTo>
                    <a:pt x="1222" y="34913"/>
                    <a:pt x="1273" y="34925"/>
                    <a:pt x="1329" y="34925"/>
                  </a:cubicBezTo>
                  <a:cubicBezTo>
                    <a:pt x="1411" y="34925"/>
                    <a:pt x="1504" y="34898"/>
                    <a:pt x="1601" y="34841"/>
                  </a:cubicBezTo>
                  <a:lnTo>
                    <a:pt x="4878" y="32947"/>
                  </a:lnTo>
                  <a:lnTo>
                    <a:pt x="4878" y="34916"/>
                  </a:lnTo>
                  <a:cubicBezTo>
                    <a:pt x="4878" y="35268"/>
                    <a:pt x="4933" y="35469"/>
                    <a:pt x="5025" y="35524"/>
                  </a:cubicBezTo>
                  <a:lnTo>
                    <a:pt x="5021" y="35524"/>
                  </a:lnTo>
                  <a:lnTo>
                    <a:pt x="5990" y="36084"/>
                  </a:lnTo>
                  <a:lnTo>
                    <a:pt x="5994" y="36087"/>
                  </a:lnTo>
                  <a:lnTo>
                    <a:pt x="6004" y="36093"/>
                  </a:lnTo>
                  <a:lnTo>
                    <a:pt x="6004" y="36090"/>
                  </a:lnTo>
                  <a:cubicBezTo>
                    <a:pt x="6019" y="36098"/>
                    <a:pt x="6035" y="36102"/>
                    <a:pt x="6052" y="36102"/>
                  </a:cubicBezTo>
                  <a:cubicBezTo>
                    <a:pt x="6158" y="36102"/>
                    <a:pt x="6299" y="35943"/>
                    <a:pt x="6455" y="35616"/>
                  </a:cubicBezTo>
                  <a:lnTo>
                    <a:pt x="8779" y="30695"/>
                  </a:lnTo>
                  <a:lnTo>
                    <a:pt x="14008" y="27661"/>
                  </a:lnTo>
                  <a:cubicBezTo>
                    <a:pt x="14349" y="27462"/>
                    <a:pt x="14629" y="26974"/>
                    <a:pt x="14629" y="26579"/>
                  </a:cubicBezTo>
                  <a:lnTo>
                    <a:pt x="14629" y="1008"/>
                  </a:lnTo>
                  <a:cubicBezTo>
                    <a:pt x="14629" y="814"/>
                    <a:pt x="14561" y="674"/>
                    <a:pt x="14451" y="609"/>
                  </a:cubicBezTo>
                  <a:lnTo>
                    <a:pt x="14448" y="605"/>
                  </a:lnTo>
                  <a:lnTo>
                    <a:pt x="13472" y="42"/>
                  </a:lnTo>
                  <a:cubicBezTo>
                    <a:pt x="13424" y="15"/>
                    <a:pt x="13369" y="0"/>
                    <a:pt x="133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3108921" y="752544"/>
              <a:ext cx="683659" cy="363214"/>
            </a:xfrm>
            <a:custGeom>
              <a:rect b="b" l="l" r="r" t="t"/>
              <a:pathLst>
                <a:path extrusionOk="0" h="7482" w="14083">
                  <a:moveTo>
                    <a:pt x="251" y="7260"/>
                  </a:moveTo>
                  <a:cubicBezTo>
                    <a:pt x="161" y="7317"/>
                    <a:pt x="76" y="7393"/>
                    <a:pt x="1" y="7481"/>
                  </a:cubicBezTo>
                  <a:cubicBezTo>
                    <a:pt x="76" y="7393"/>
                    <a:pt x="161" y="7317"/>
                    <a:pt x="251" y="7260"/>
                  </a:cubicBezTo>
                  <a:close/>
                  <a:moveTo>
                    <a:pt x="13097" y="0"/>
                  </a:moveTo>
                  <a:cubicBezTo>
                    <a:pt x="13111" y="7"/>
                    <a:pt x="13120" y="11"/>
                    <a:pt x="13131" y="17"/>
                  </a:cubicBezTo>
                  <a:lnTo>
                    <a:pt x="13131" y="17"/>
                  </a:lnTo>
                  <a:lnTo>
                    <a:pt x="14083" y="570"/>
                  </a:lnTo>
                  <a:lnTo>
                    <a:pt x="14083" y="570"/>
                  </a:lnTo>
                  <a:lnTo>
                    <a:pt x="13131" y="17"/>
                  </a:lnTo>
                  <a:cubicBezTo>
                    <a:pt x="13120" y="11"/>
                    <a:pt x="13111" y="7"/>
                    <a:pt x="130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3101640" y="751379"/>
              <a:ext cx="690941" cy="402147"/>
            </a:xfrm>
            <a:custGeom>
              <a:rect b="b" l="l" r="r" t="t"/>
              <a:pathLst>
                <a:path extrusionOk="0" h="8284" w="14233">
                  <a:moveTo>
                    <a:pt x="13117" y="1"/>
                  </a:moveTo>
                  <a:cubicBezTo>
                    <a:pt x="13035" y="1"/>
                    <a:pt x="12940" y="28"/>
                    <a:pt x="12840" y="86"/>
                  </a:cubicBezTo>
                  <a:lnTo>
                    <a:pt x="434" y="7267"/>
                  </a:lnTo>
                  <a:cubicBezTo>
                    <a:pt x="421" y="7270"/>
                    <a:pt x="410" y="7277"/>
                    <a:pt x="401" y="7284"/>
                  </a:cubicBezTo>
                  <a:cubicBezTo>
                    <a:pt x="311" y="7341"/>
                    <a:pt x="226" y="7417"/>
                    <a:pt x="151" y="7505"/>
                  </a:cubicBezTo>
                  <a:cubicBezTo>
                    <a:pt x="97" y="7571"/>
                    <a:pt x="45" y="7642"/>
                    <a:pt x="1" y="7721"/>
                  </a:cubicBezTo>
                  <a:lnTo>
                    <a:pt x="977" y="8283"/>
                  </a:lnTo>
                  <a:cubicBezTo>
                    <a:pt x="1089" y="8093"/>
                    <a:pt x="1240" y="7925"/>
                    <a:pt x="1407" y="7830"/>
                  </a:cubicBezTo>
                  <a:lnTo>
                    <a:pt x="13817" y="649"/>
                  </a:lnTo>
                  <a:cubicBezTo>
                    <a:pt x="13916" y="591"/>
                    <a:pt x="14011" y="563"/>
                    <a:pt x="14096" y="563"/>
                  </a:cubicBezTo>
                  <a:cubicBezTo>
                    <a:pt x="14144" y="563"/>
                    <a:pt x="14192" y="574"/>
                    <a:pt x="14233" y="594"/>
                  </a:cubicBezTo>
                  <a:lnTo>
                    <a:pt x="13281" y="41"/>
                  </a:lnTo>
                  <a:cubicBezTo>
                    <a:pt x="13270" y="35"/>
                    <a:pt x="13261" y="31"/>
                    <a:pt x="13247" y="24"/>
                  </a:cubicBezTo>
                  <a:cubicBezTo>
                    <a:pt x="13209" y="7"/>
                    <a:pt x="13165" y="1"/>
                    <a:pt x="13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3336103" y="2475755"/>
              <a:ext cx="46943" cy="27185"/>
            </a:xfrm>
            <a:custGeom>
              <a:rect b="b" l="l" r="r" t="t"/>
              <a:pathLst>
                <a:path extrusionOk="0" h="560" w="967">
                  <a:moveTo>
                    <a:pt x="0" y="0"/>
                  </a:moveTo>
                  <a:lnTo>
                    <a:pt x="966" y="560"/>
                  </a:lnTo>
                  <a:lnTo>
                    <a:pt x="963" y="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3329113" y="2323283"/>
              <a:ext cx="53739" cy="179519"/>
            </a:xfrm>
            <a:custGeom>
              <a:rect b="b" l="l" r="r" t="t"/>
              <a:pathLst>
                <a:path extrusionOk="0" h="3698" w="1107">
                  <a:moveTo>
                    <a:pt x="977" y="1"/>
                  </a:moveTo>
                  <a:lnTo>
                    <a:pt x="1" y="568"/>
                  </a:lnTo>
                  <a:lnTo>
                    <a:pt x="1" y="2533"/>
                  </a:lnTo>
                  <a:cubicBezTo>
                    <a:pt x="1" y="2882"/>
                    <a:pt x="56" y="3086"/>
                    <a:pt x="144" y="3141"/>
                  </a:cubicBezTo>
                  <a:lnTo>
                    <a:pt x="1107" y="3697"/>
                  </a:lnTo>
                  <a:cubicBezTo>
                    <a:pt x="1025" y="3625"/>
                    <a:pt x="977" y="3428"/>
                    <a:pt x="977" y="3100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098388" y="2414931"/>
              <a:ext cx="3010" cy="2379"/>
            </a:xfrm>
            <a:custGeom>
              <a:rect b="b" l="l" r="r" t="t"/>
              <a:pathLst>
                <a:path extrusionOk="0" h="49" w="62">
                  <a:moveTo>
                    <a:pt x="1" y="1"/>
                  </a:moveTo>
                  <a:cubicBezTo>
                    <a:pt x="18" y="18"/>
                    <a:pt x="38" y="35"/>
                    <a:pt x="58" y="48"/>
                  </a:cubicBezTo>
                  <a:lnTo>
                    <a:pt x="61" y="48"/>
                  </a:lnTo>
                  <a:cubicBezTo>
                    <a:pt x="38" y="35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3092368" y="1126127"/>
              <a:ext cx="56749" cy="1318725"/>
            </a:xfrm>
            <a:custGeom>
              <a:rect b="b" l="l" r="r" t="t"/>
              <a:pathLst>
                <a:path extrusionOk="0" h="27165" w="1169">
                  <a:moveTo>
                    <a:pt x="192" y="1"/>
                  </a:moveTo>
                  <a:cubicBezTo>
                    <a:pt x="75" y="199"/>
                    <a:pt x="1" y="424"/>
                    <a:pt x="1" y="625"/>
                  </a:cubicBezTo>
                  <a:lnTo>
                    <a:pt x="1" y="26195"/>
                  </a:lnTo>
                  <a:cubicBezTo>
                    <a:pt x="1" y="26353"/>
                    <a:pt x="48" y="26475"/>
                    <a:pt x="124" y="26550"/>
                  </a:cubicBezTo>
                  <a:cubicBezTo>
                    <a:pt x="141" y="26567"/>
                    <a:pt x="161" y="26584"/>
                    <a:pt x="185" y="26598"/>
                  </a:cubicBezTo>
                  <a:lnTo>
                    <a:pt x="1158" y="27161"/>
                  </a:lnTo>
                  <a:cubicBezTo>
                    <a:pt x="1161" y="27161"/>
                    <a:pt x="1161" y="27164"/>
                    <a:pt x="1165" y="27164"/>
                  </a:cubicBezTo>
                  <a:cubicBezTo>
                    <a:pt x="1049" y="27100"/>
                    <a:pt x="977" y="26960"/>
                    <a:pt x="977" y="26759"/>
                  </a:cubicBezTo>
                  <a:lnTo>
                    <a:pt x="977" y="1188"/>
                  </a:lnTo>
                  <a:cubicBezTo>
                    <a:pt x="977" y="987"/>
                    <a:pt x="1049" y="762"/>
                    <a:pt x="1168" y="563"/>
                  </a:cubicBezTo>
                  <a:lnTo>
                    <a:pt x="1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3234405" y="940501"/>
              <a:ext cx="473556" cy="579870"/>
            </a:xfrm>
            <a:custGeom>
              <a:rect b="b" l="l" r="r" t="t"/>
              <a:pathLst>
                <a:path extrusionOk="0" h="11945" w="9755">
                  <a:moveTo>
                    <a:pt x="9467" y="1"/>
                  </a:moveTo>
                  <a:cubicBezTo>
                    <a:pt x="9397" y="1"/>
                    <a:pt x="9319" y="23"/>
                    <a:pt x="9236" y="71"/>
                  </a:cubicBezTo>
                  <a:lnTo>
                    <a:pt x="522" y="5118"/>
                  </a:lnTo>
                  <a:cubicBezTo>
                    <a:pt x="235" y="5285"/>
                    <a:pt x="0" y="5688"/>
                    <a:pt x="0" y="6019"/>
                  </a:cubicBezTo>
                  <a:lnTo>
                    <a:pt x="0" y="11575"/>
                  </a:lnTo>
                  <a:cubicBezTo>
                    <a:pt x="0" y="11810"/>
                    <a:pt x="117" y="11945"/>
                    <a:pt x="288" y="11945"/>
                  </a:cubicBezTo>
                  <a:cubicBezTo>
                    <a:pt x="358" y="11945"/>
                    <a:pt x="438" y="11922"/>
                    <a:pt x="522" y="11873"/>
                  </a:cubicBezTo>
                  <a:lnTo>
                    <a:pt x="9236" y="6828"/>
                  </a:lnTo>
                  <a:cubicBezTo>
                    <a:pt x="9522" y="6660"/>
                    <a:pt x="9754" y="6258"/>
                    <a:pt x="9754" y="5927"/>
                  </a:cubicBezTo>
                  <a:lnTo>
                    <a:pt x="9754" y="370"/>
                  </a:lnTo>
                  <a:cubicBezTo>
                    <a:pt x="9754" y="136"/>
                    <a:pt x="9637" y="1"/>
                    <a:pt x="9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234405" y="1323016"/>
              <a:ext cx="473556" cy="306173"/>
            </a:xfrm>
            <a:custGeom>
              <a:rect b="b" l="l" r="r" t="t"/>
              <a:pathLst>
                <a:path extrusionOk="0" h="6307" w="9755">
                  <a:moveTo>
                    <a:pt x="9478" y="0"/>
                  </a:moveTo>
                  <a:cubicBezTo>
                    <a:pt x="9405" y="0"/>
                    <a:pt x="9321" y="24"/>
                    <a:pt x="9231" y="75"/>
                  </a:cubicBezTo>
                  <a:lnTo>
                    <a:pt x="522" y="5105"/>
                  </a:lnTo>
                  <a:cubicBezTo>
                    <a:pt x="235" y="5272"/>
                    <a:pt x="0" y="5658"/>
                    <a:pt x="0" y="5968"/>
                  </a:cubicBezTo>
                  <a:cubicBezTo>
                    <a:pt x="0" y="6184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1"/>
                  </a:cubicBezTo>
                  <a:lnTo>
                    <a:pt x="9231" y="1201"/>
                  </a:lnTo>
                  <a:cubicBezTo>
                    <a:pt x="9522" y="1037"/>
                    <a:pt x="9754" y="648"/>
                    <a:pt x="9754" y="337"/>
                  </a:cubicBezTo>
                  <a:cubicBezTo>
                    <a:pt x="9754" y="122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3234405" y="1432285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0"/>
                  </a:moveTo>
                  <a:cubicBezTo>
                    <a:pt x="9405" y="0"/>
                    <a:pt x="9321" y="25"/>
                    <a:pt x="9231" y="76"/>
                  </a:cubicBezTo>
                  <a:lnTo>
                    <a:pt x="522" y="5106"/>
                  </a:lnTo>
                  <a:cubicBezTo>
                    <a:pt x="235" y="5270"/>
                    <a:pt x="0" y="5659"/>
                    <a:pt x="0" y="5970"/>
                  </a:cubicBezTo>
                  <a:cubicBezTo>
                    <a:pt x="0" y="6185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8"/>
                  </a:cubicBezTo>
                  <a:cubicBezTo>
                    <a:pt x="9754" y="124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3234405" y="1541603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1"/>
                  </a:moveTo>
                  <a:cubicBezTo>
                    <a:pt x="9405" y="1"/>
                    <a:pt x="9321" y="25"/>
                    <a:pt x="9231" y="77"/>
                  </a:cubicBezTo>
                  <a:lnTo>
                    <a:pt x="522" y="5107"/>
                  </a:lnTo>
                  <a:cubicBezTo>
                    <a:pt x="235" y="5271"/>
                    <a:pt x="0" y="5660"/>
                    <a:pt x="0" y="5970"/>
                  </a:cubicBezTo>
                  <a:cubicBezTo>
                    <a:pt x="0" y="6186"/>
                    <a:pt x="113" y="6308"/>
                    <a:pt x="277" y="6308"/>
                  </a:cubicBezTo>
                  <a:cubicBezTo>
                    <a:pt x="350" y="6308"/>
                    <a:pt x="434" y="6284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9"/>
                  </a:cubicBezTo>
                  <a:cubicBezTo>
                    <a:pt x="9754" y="124"/>
                    <a:pt x="9643" y="1"/>
                    <a:pt x="9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3234405" y="1650969"/>
              <a:ext cx="473556" cy="306222"/>
            </a:xfrm>
            <a:custGeom>
              <a:rect b="b" l="l" r="r" t="t"/>
              <a:pathLst>
                <a:path extrusionOk="0" h="6308" w="9755">
                  <a:moveTo>
                    <a:pt x="9478" y="0"/>
                  </a:moveTo>
                  <a:cubicBezTo>
                    <a:pt x="9405" y="0"/>
                    <a:pt x="9321" y="25"/>
                    <a:pt x="9231" y="76"/>
                  </a:cubicBezTo>
                  <a:lnTo>
                    <a:pt x="522" y="5107"/>
                  </a:lnTo>
                  <a:cubicBezTo>
                    <a:pt x="235" y="5270"/>
                    <a:pt x="0" y="5656"/>
                    <a:pt x="0" y="5970"/>
                  </a:cubicBezTo>
                  <a:cubicBezTo>
                    <a:pt x="0" y="6186"/>
                    <a:pt x="113" y="6307"/>
                    <a:pt x="277" y="6307"/>
                  </a:cubicBezTo>
                  <a:cubicBezTo>
                    <a:pt x="350" y="6307"/>
                    <a:pt x="434" y="6283"/>
                    <a:pt x="522" y="6233"/>
                  </a:cubicBezTo>
                  <a:lnTo>
                    <a:pt x="9231" y="1203"/>
                  </a:lnTo>
                  <a:cubicBezTo>
                    <a:pt x="9522" y="1035"/>
                    <a:pt x="9754" y="650"/>
                    <a:pt x="9754" y="339"/>
                  </a:cubicBezTo>
                  <a:cubicBezTo>
                    <a:pt x="9754" y="124"/>
                    <a:pt x="9643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3234405" y="1978971"/>
              <a:ext cx="94760" cy="87527"/>
            </a:xfrm>
            <a:custGeom>
              <a:rect b="b" l="l" r="r" t="t"/>
              <a:pathLst>
                <a:path extrusionOk="0" h="1803" w="1952">
                  <a:moveTo>
                    <a:pt x="1678" y="1"/>
                  </a:moveTo>
                  <a:cubicBezTo>
                    <a:pt x="1605" y="1"/>
                    <a:pt x="1522" y="25"/>
                    <a:pt x="1433" y="77"/>
                  </a:cubicBezTo>
                  <a:lnTo>
                    <a:pt x="522" y="602"/>
                  </a:lnTo>
                  <a:cubicBezTo>
                    <a:pt x="235" y="766"/>
                    <a:pt x="0" y="1155"/>
                    <a:pt x="0" y="1466"/>
                  </a:cubicBezTo>
                  <a:cubicBezTo>
                    <a:pt x="0" y="1681"/>
                    <a:pt x="113" y="1803"/>
                    <a:pt x="277" y="1803"/>
                  </a:cubicBezTo>
                  <a:cubicBezTo>
                    <a:pt x="350" y="1803"/>
                    <a:pt x="434" y="1779"/>
                    <a:pt x="522" y="1728"/>
                  </a:cubicBezTo>
                  <a:lnTo>
                    <a:pt x="1433" y="1203"/>
                  </a:lnTo>
                  <a:cubicBezTo>
                    <a:pt x="1720" y="1036"/>
                    <a:pt x="1952" y="651"/>
                    <a:pt x="1952" y="339"/>
                  </a:cubicBezTo>
                  <a:cubicBezTo>
                    <a:pt x="1952" y="124"/>
                    <a:pt x="1841" y="1"/>
                    <a:pt x="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3393238" y="1760287"/>
              <a:ext cx="314717" cy="214763"/>
            </a:xfrm>
            <a:custGeom>
              <a:rect b="b" l="l" r="r" t="t"/>
              <a:pathLst>
                <a:path extrusionOk="0" h="4424" w="6483">
                  <a:moveTo>
                    <a:pt x="6206" y="1"/>
                  </a:moveTo>
                  <a:cubicBezTo>
                    <a:pt x="6133" y="1"/>
                    <a:pt x="6049" y="25"/>
                    <a:pt x="5959" y="77"/>
                  </a:cubicBezTo>
                  <a:lnTo>
                    <a:pt x="520" y="3223"/>
                  </a:lnTo>
                  <a:cubicBezTo>
                    <a:pt x="233" y="3387"/>
                    <a:pt x="0" y="3773"/>
                    <a:pt x="0" y="4083"/>
                  </a:cubicBezTo>
                  <a:cubicBezTo>
                    <a:pt x="0" y="4301"/>
                    <a:pt x="112" y="4424"/>
                    <a:pt x="276" y="4424"/>
                  </a:cubicBezTo>
                  <a:cubicBezTo>
                    <a:pt x="349" y="4424"/>
                    <a:pt x="432" y="4400"/>
                    <a:pt x="520" y="4350"/>
                  </a:cubicBezTo>
                  <a:lnTo>
                    <a:pt x="5959" y="1203"/>
                  </a:lnTo>
                  <a:cubicBezTo>
                    <a:pt x="6250" y="1035"/>
                    <a:pt x="6482" y="650"/>
                    <a:pt x="6482" y="339"/>
                  </a:cubicBezTo>
                  <a:cubicBezTo>
                    <a:pt x="6482" y="124"/>
                    <a:pt x="6371" y="1"/>
                    <a:pt x="6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3234405" y="2088288"/>
              <a:ext cx="94760" cy="87575"/>
            </a:xfrm>
            <a:custGeom>
              <a:rect b="b" l="l" r="r" t="t"/>
              <a:pathLst>
                <a:path extrusionOk="0" h="1804" w="1952">
                  <a:moveTo>
                    <a:pt x="1679" y="1"/>
                  </a:moveTo>
                  <a:cubicBezTo>
                    <a:pt x="1606" y="1"/>
                    <a:pt x="1522" y="26"/>
                    <a:pt x="1433" y="78"/>
                  </a:cubicBezTo>
                  <a:lnTo>
                    <a:pt x="522" y="603"/>
                  </a:lnTo>
                  <a:cubicBezTo>
                    <a:pt x="235" y="767"/>
                    <a:pt x="0" y="1152"/>
                    <a:pt x="0" y="1466"/>
                  </a:cubicBezTo>
                  <a:cubicBezTo>
                    <a:pt x="0" y="1682"/>
                    <a:pt x="113" y="1803"/>
                    <a:pt x="277" y="1803"/>
                  </a:cubicBezTo>
                  <a:cubicBezTo>
                    <a:pt x="350" y="1803"/>
                    <a:pt x="434" y="1779"/>
                    <a:pt x="522" y="1729"/>
                  </a:cubicBezTo>
                  <a:lnTo>
                    <a:pt x="1433" y="1200"/>
                  </a:lnTo>
                  <a:cubicBezTo>
                    <a:pt x="1720" y="1036"/>
                    <a:pt x="1952" y="651"/>
                    <a:pt x="1952" y="340"/>
                  </a:cubicBezTo>
                  <a:cubicBezTo>
                    <a:pt x="1952" y="123"/>
                    <a:pt x="1842" y="1"/>
                    <a:pt x="16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3393238" y="1869653"/>
              <a:ext cx="314717" cy="214715"/>
            </a:xfrm>
            <a:custGeom>
              <a:rect b="b" l="l" r="r" t="t"/>
              <a:pathLst>
                <a:path extrusionOk="0" h="4423" w="6483">
                  <a:moveTo>
                    <a:pt x="6206" y="0"/>
                  </a:moveTo>
                  <a:cubicBezTo>
                    <a:pt x="6133" y="0"/>
                    <a:pt x="6049" y="25"/>
                    <a:pt x="5959" y="77"/>
                  </a:cubicBezTo>
                  <a:lnTo>
                    <a:pt x="520" y="3223"/>
                  </a:lnTo>
                  <a:cubicBezTo>
                    <a:pt x="233" y="3387"/>
                    <a:pt x="0" y="3772"/>
                    <a:pt x="0" y="4083"/>
                  </a:cubicBezTo>
                  <a:cubicBezTo>
                    <a:pt x="0" y="4300"/>
                    <a:pt x="111" y="4422"/>
                    <a:pt x="274" y="4422"/>
                  </a:cubicBezTo>
                  <a:cubicBezTo>
                    <a:pt x="347" y="4422"/>
                    <a:pt x="431" y="4398"/>
                    <a:pt x="520" y="4346"/>
                  </a:cubicBezTo>
                  <a:lnTo>
                    <a:pt x="5959" y="1203"/>
                  </a:lnTo>
                  <a:cubicBezTo>
                    <a:pt x="6250" y="1035"/>
                    <a:pt x="6482" y="650"/>
                    <a:pt x="6482" y="339"/>
                  </a:cubicBezTo>
                  <a:cubicBezTo>
                    <a:pt x="6482" y="124"/>
                    <a:pt x="6371" y="0"/>
                    <a:pt x="6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3234405" y="2197606"/>
              <a:ext cx="94760" cy="87527"/>
            </a:xfrm>
            <a:custGeom>
              <a:rect b="b" l="l" r="r" t="t"/>
              <a:pathLst>
                <a:path extrusionOk="0" h="1803" w="1952">
                  <a:moveTo>
                    <a:pt x="1677" y="0"/>
                  </a:moveTo>
                  <a:cubicBezTo>
                    <a:pt x="1604" y="0"/>
                    <a:pt x="1521" y="24"/>
                    <a:pt x="1433" y="74"/>
                  </a:cubicBezTo>
                  <a:lnTo>
                    <a:pt x="522" y="603"/>
                  </a:lnTo>
                  <a:cubicBezTo>
                    <a:pt x="235" y="767"/>
                    <a:pt x="0" y="1153"/>
                    <a:pt x="0" y="1463"/>
                  </a:cubicBezTo>
                  <a:cubicBezTo>
                    <a:pt x="0" y="1681"/>
                    <a:pt x="112" y="1803"/>
                    <a:pt x="276" y="1803"/>
                  </a:cubicBezTo>
                  <a:cubicBezTo>
                    <a:pt x="349" y="1803"/>
                    <a:pt x="433" y="1778"/>
                    <a:pt x="522" y="1726"/>
                  </a:cubicBezTo>
                  <a:lnTo>
                    <a:pt x="1433" y="1200"/>
                  </a:lnTo>
                  <a:cubicBezTo>
                    <a:pt x="1720" y="1037"/>
                    <a:pt x="1952" y="652"/>
                    <a:pt x="1952" y="337"/>
                  </a:cubicBezTo>
                  <a:cubicBezTo>
                    <a:pt x="1952" y="122"/>
                    <a:pt x="1841" y="0"/>
                    <a:pt x="1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3393238" y="1978971"/>
              <a:ext cx="314717" cy="214666"/>
            </a:xfrm>
            <a:custGeom>
              <a:rect b="b" l="l" r="r" t="t"/>
              <a:pathLst>
                <a:path extrusionOk="0" h="4422" w="6483">
                  <a:moveTo>
                    <a:pt x="6206" y="1"/>
                  </a:moveTo>
                  <a:cubicBezTo>
                    <a:pt x="6133" y="1"/>
                    <a:pt x="6049" y="25"/>
                    <a:pt x="5959" y="77"/>
                  </a:cubicBezTo>
                  <a:lnTo>
                    <a:pt x="520" y="3220"/>
                  </a:lnTo>
                  <a:cubicBezTo>
                    <a:pt x="233" y="3387"/>
                    <a:pt x="0" y="3773"/>
                    <a:pt x="0" y="4083"/>
                  </a:cubicBezTo>
                  <a:cubicBezTo>
                    <a:pt x="0" y="4299"/>
                    <a:pt x="112" y="4422"/>
                    <a:pt x="276" y="4422"/>
                  </a:cubicBezTo>
                  <a:cubicBezTo>
                    <a:pt x="349" y="4422"/>
                    <a:pt x="432" y="4398"/>
                    <a:pt x="520" y="4346"/>
                  </a:cubicBezTo>
                  <a:lnTo>
                    <a:pt x="5959" y="1203"/>
                  </a:lnTo>
                  <a:cubicBezTo>
                    <a:pt x="6250" y="1036"/>
                    <a:pt x="6482" y="651"/>
                    <a:pt x="6482" y="339"/>
                  </a:cubicBezTo>
                  <a:cubicBezTo>
                    <a:pt x="6482" y="124"/>
                    <a:pt x="6371" y="1"/>
                    <a:pt x="6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3660856" y="1078556"/>
              <a:ext cx="710116" cy="1752620"/>
            </a:xfrm>
            <a:custGeom>
              <a:rect b="b" l="l" r="r" t="t"/>
              <a:pathLst>
                <a:path extrusionOk="0" h="36103" w="14628">
                  <a:moveTo>
                    <a:pt x="13309" y="1"/>
                  </a:moveTo>
                  <a:cubicBezTo>
                    <a:pt x="13224" y="1"/>
                    <a:pt x="13129" y="28"/>
                    <a:pt x="13027" y="86"/>
                  </a:cubicBezTo>
                  <a:lnTo>
                    <a:pt x="621" y="7267"/>
                  </a:lnTo>
                  <a:cubicBezTo>
                    <a:pt x="279" y="7466"/>
                    <a:pt x="0" y="7950"/>
                    <a:pt x="0" y="8346"/>
                  </a:cubicBezTo>
                  <a:lnTo>
                    <a:pt x="0" y="33916"/>
                  </a:lnTo>
                  <a:cubicBezTo>
                    <a:pt x="0" y="34114"/>
                    <a:pt x="68" y="34254"/>
                    <a:pt x="180" y="34319"/>
                  </a:cubicBezTo>
                  <a:lnTo>
                    <a:pt x="1153" y="34882"/>
                  </a:lnTo>
                  <a:cubicBezTo>
                    <a:pt x="1157" y="34882"/>
                    <a:pt x="1160" y="34886"/>
                    <a:pt x="1160" y="34886"/>
                  </a:cubicBezTo>
                  <a:lnTo>
                    <a:pt x="1174" y="34892"/>
                  </a:lnTo>
                  <a:cubicBezTo>
                    <a:pt x="1218" y="34914"/>
                    <a:pt x="1268" y="34925"/>
                    <a:pt x="1322" y="34925"/>
                  </a:cubicBezTo>
                  <a:cubicBezTo>
                    <a:pt x="1405" y="34925"/>
                    <a:pt x="1498" y="34899"/>
                    <a:pt x="1597" y="34841"/>
                  </a:cubicBezTo>
                  <a:lnTo>
                    <a:pt x="4877" y="32950"/>
                  </a:lnTo>
                  <a:lnTo>
                    <a:pt x="4877" y="34919"/>
                  </a:lnTo>
                  <a:cubicBezTo>
                    <a:pt x="4877" y="35267"/>
                    <a:pt x="4931" y="35469"/>
                    <a:pt x="5020" y="35524"/>
                  </a:cubicBezTo>
                  <a:lnTo>
                    <a:pt x="5020" y="35527"/>
                  </a:lnTo>
                  <a:lnTo>
                    <a:pt x="5986" y="36083"/>
                  </a:lnTo>
                  <a:lnTo>
                    <a:pt x="5989" y="36086"/>
                  </a:lnTo>
                  <a:lnTo>
                    <a:pt x="6003" y="36094"/>
                  </a:lnTo>
                  <a:lnTo>
                    <a:pt x="6003" y="36090"/>
                  </a:lnTo>
                  <a:cubicBezTo>
                    <a:pt x="6019" y="36098"/>
                    <a:pt x="6035" y="36103"/>
                    <a:pt x="6053" y="36103"/>
                  </a:cubicBezTo>
                  <a:cubicBezTo>
                    <a:pt x="6158" y="36103"/>
                    <a:pt x="6298" y="35944"/>
                    <a:pt x="6451" y="35619"/>
                  </a:cubicBezTo>
                  <a:lnTo>
                    <a:pt x="8774" y="30697"/>
                  </a:lnTo>
                  <a:lnTo>
                    <a:pt x="14003" y="27660"/>
                  </a:lnTo>
                  <a:cubicBezTo>
                    <a:pt x="14348" y="27462"/>
                    <a:pt x="14628" y="26977"/>
                    <a:pt x="14628" y="26581"/>
                  </a:cubicBezTo>
                  <a:lnTo>
                    <a:pt x="14628" y="1011"/>
                  </a:lnTo>
                  <a:cubicBezTo>
                    <a:pt x="14628" y="814"/>
                    <a:pt x="14560" y="677"/>
                    <a:pt x="14447" y="609"/>
                  </a:cubicBezTo>
                  <a:lnTo>
                    <a:pt x="14444" y="609"/>
                  </a:lnTo>
                  <a:lnTo>
                    <a:pt x="13470" y="42"/>
                  </a:lnTo>
                  <a:cubicBezTo>
                    <a:pt x="13424" y="15"/>
                    <a:pt x="13369" y="1"/>
                    <a:pt x="133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312935" y="1079721"/>
              <a:ext cx="48108" cy="27719"/>
            </a:xfrm>
            <a:custGeom>
              <a:rect b="b" l="l" r="r" t="t"/>
              <a:pathLst>
                <a:path extrusionOk="0" h="571" w="991">
                  <a:moveTo>
                    <a:pt x="1" y="1"/>
                  </a:moveTo>
                  <a:lnTo>
                    <a:pt x="1" y="1"/>
                  </a:lnTo>
                  <a:cubicBezTo>
                    <a:pt x="12" y="7"/>
                    <a:pt x="21" y="13"/>
                    <a:pt x="31" y="16"/>
                  </a:cubicBezTo>
                  <a:lnTo>
                    <a:pt x="31" y="16"/>
                  </a:lnTo>
                  <a:cubicBezTo>
                    <a:pt x="22" y="11"/>
                    <a:pt x="12" y="7"/>
                    <a:pt x="1" y="1"/>
                  </a:cubicBezTo>
                  <a:close/>
                  <a:moveTo>
                    <a:pt x="31" y="16"/>
                  </a:moveTo>
                  <a:cubicBezTo>
                    <a:pt x="32" y="17"/>
                    <a:pt x="33" y="17"/>
                    <a:pt x="34" y="18"/>
                  </a:cubicBezTo>
                  <a:lnTo>
                    <a:pt x="990" y="571"/>
                  </a:lnTo>
                  <a:lnTo>
                    <a:pt x="37" y="18"/>
                  </a:lnTo>
                  <a:cubicBezTo>
                    <a:pt x="35" y="17"/>
                    <a:pt x="33" y="17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687166" y="1432188"/>
              <a:ext cx="2330" cy="1651"/>
            </a:xfrm>
            <a:custGeom>
              <a:rect b="b" l="l" r="r" t="t"/>
              <a:pathLst>
                <a:path extrusionOk="0" h="34" w="48">
                  <a:moveTo>
                    <a:pt x="47" y="0"/>
                  </a:moveTo>
                  <a:cubicBezTo>
                    <a:pt x="34" y="10"/>
                    <a:pt x="17" y="20"/>
                    <a:pt x="0" y="33"/>
                  </a:cubicBezTo>
                  <a:lnTo>
                    <a:pt x="4" y="33"/>
                  </a:lnTo>
                  <a:cubicBezTo>
                    <a:pt x="17" y="20"/>
                    <a:pt x="34" y="10"/>
                    <a:pt x="47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3677361" y="1433790"/>
              <a:ext cx="10000" cy="9175"/>
            </a:xfrm>
            <a:custGeom>
              <a:rect b="b" l="l" r="r" t="t"/>
              <a:pathLst>
                <a:path extrusionOk="0" h="189" w="206">
                  <a:moveTo>
                    <a:pt x="202" y="0"/>
                  </a:moveTo>
                  <a:cubicBezTo>
                    <a:pt x="131" y="52"/>
                    <a:pt x="62" y="117"/>
                    <a:pt x="1" y="189"/>
                  </a:cubicBezTo>
                  <a:cubicBezTo>
                    <a:pt x="62" y="117"/>
                    <a:pt x="131" y="52"/>
                    <a:pt x="206" y="0"/>
                  </a:cubicBezTo>
                  <a:close/>
                </a:path>
              </a:pathLst>
            </a:custGeom>
            <a:solidFill>
              <a:srgbClr val="8F9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670079" y="1078604"/>
              <a:ext cx="690990" cy="402147"/>
            </a:xfrm>
            <a:custGeom>
              <a:rect b="b" l="l" r="r" t="t"/>
              <a:pathLst>
                <a:path extrusionOk="0" h="8284" w="14234">
                  <a:moveTo>
                    <a:pt x="13117" y="0"/>
                  </a:moveTo>
                  <a:cubicBezTo>
                    <a:pt x="13035" y="0"/>
                    <a:pt x="12940" y="27"/>
                    <a:pt x="12841" y="85"/>
                  </a:cubicBezTo>
                  <a:lnTo>
                    <a:pt x="431" y="7266"/>
                  </a:lnTo>
                  <a:cubicBezTo>
                    <a:pt x="420" y="7273"/>
                    <a:pt x="410" y="7276"/>
                    <a:pt x="400" y="7284"/>
                  </a:cubicBezTo>
                  <a:cubicBezTo>
                    <a:pt x="387" y="7293"/>
                    <a:pt x="369" y="7304"/>
                    <a:pt x="356" y="7317"/>
                  </a:cubicBezTo>
                  <a:cubicBezTo>
                    <a:pt x="281" y="7369"/>
                    <a:pt x="212" y="7434"/>
                    <a:pt x="151" y="7506"/>
                  </a:cubicBezTo>
                  <a:cubicBezTo>
                    <a:pt x="97" y="7570"/>
                    <a:pt x="45" y="7645"/>
                    <a:pt x="1" y="7720"/>
                  </a:cubicBezTo>
                  <a:lnTo>
                    <a:pt x="973" y="8284"/>
                  </a:lnTo>
                  <a:cubicBezTo>
                    <a:pt x="1086" y="8092"/>
                    <a:pt x="1239" y="7925"/>
                    <a:pt x="1407" y="7829"/>
                  </a:cubicBezTo>
                  <a:lnTo>
                    <a:pt x="13813" y="649"/>
                  </a:lnTo>
                  <a:cubicBezTo>
                    <a:pt x="13915" y="591"/>
                    <a:pt x="14011" y="567"/>
                    <a:pt x="14093" y="567"/>
                  </a:cubicBezTo>
                  <a:cubicBezTo>
                    <a:pt x="14145" y="567"/>
                    <a:pt x="14189" y="573"/>
                    <a:pt x="14233" y="594"/>
                  </a:cubicBezTo>
                  <a:lnTo>
                    <a:pt x="13280" y="41"/>
                  </a:lnTo>
                  <a:cubicBezTo>
                    <a:pt x="13267" y="38"/>
                    <a:pt x="13257" y="31"/>
                    <a:pt x="13244" y="24"/>
                  </a:cubicBezTo>
                  <a:cubicBezTo>
                    <a:pt x="13206" y="11"/>
                    <a:pt x="13165" y="0"/>
                    <a:pt x="13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904542" y="2803125"/>
              <a:ext cx="46749" cy="27040"/>
            </a:xfrm>
            <a:custGeom>
              <a:rect b="b" l="l" r="r" t="t"/>
              <a:pathLst>
                <a:path extrusionOk="0" h="557" w="963">
                  <a:moveTo>
                    <a:pt x="0" y="0"/>
                  </a:moveTo>
                  <a:lnTo>
                    <a:pt x="963" y="556"/>
                  </a:lnTo>
                  <a:lnTo>
                    <a:pt x="960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3897601" y="2650702"/>
              <a:ext cx="53545" cy="179277"/>
            </a:xfrm>
            <a:custGeom>
              <a:rect b="b" l="l" r="r" t="t"/>
              <a:pathLst>
                <a:path extrusionOk="0" h="3693" w="1103">
                  <a:moveTo>
                    <a:pt x="972" y="0"/>
                  </a:moveTo>
                  <a:lnTo>
                    <a:pt x="0" y="563"/>
                  </a:lnTo>
                  <a:lnTo>
                    <a:pt x="0" y="2532"/>
                  </a:lnTo>
                  <a:cubicBezTo>
                    <a:pt x="0" y="2880"/>
                    <a:pt x="54" y="3082"/>
                    <a:pt x="143" y="3137"/>
                  </a:cubicBezTo>
                  <a:lnTo>
                    <a:pt x="143" y="3140"/>
                  </a:lnTo>
                  <a:lnTo>
                    <a:pt x="1103" y="3693"/>
                  </a:lnTo>
                  <a:cubicBezTo>
                    <a:pt x="1024" y="3625"/>
                    <a:pt x="972" y="3423"/>
                    <a:pt x="972" y="3096"/>
                  </a:cubicBezTo>
                  <a:lnTo>
                    <a:pt x="9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3669594" y="2744437"/>
              <a:ext cx="47283" cy="27379"/>
            </a:xfrm>
            <a:custGeom>
              <a:rect b="b" l="l" r="r" t="t"/>
              <a:pathLst>
                <a:path extrusionOk="0" h="564" w="974">
                  <a:moveTo>
                    <a:pt x="0" y="1"/>
                  </a:moveTo>
                  <a:lnTo>
                    <a:pt x="4" y="4"/>
                  </a:lnTo>
                  <a:lnTo>
                    <a:pt x="973" y="5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660856" y="1453352"/>
              <a:ext cx="56506" cy="1318725"/>
            </a:xfrm>
            <a:custGeom>
              <a:rect b="b" l="l" r="r" t="t"/>
              <a:pathLst>
                <a:path extrusionOk="0" h="27165" w="1164">
                  <a:moveTo>
                    <a:pt x="191" y="0"/>
                  </a:moveTo>
                  <a:cubicBezTo>
                    <a:pt x="71" y="198"/>
                    <a:pt x="0" y="424"/>
                    <a:pt x="0" y="628"/>
                  </a:cubicBezTo>
                  <a:lnTo>
                    <a:pt x="0" y="26195"/>
                  </a:lnTo>
                  <a:cubicBezTo>
                    <a:pt x="0" y="26355"/>
                    <a:pt x="44" y="26478"/>
                    <a:pt x="123" y="26554"/>
                  </a:cubicBezTo>
                  <a:cubicBezTo>
                    <a:pt x="139" y="26571"/>
                    <a:pt x="160" y="26584"/>
                    <a:pt x="180" y="26598"/>
                  </a:cubicBezTo>
                  <a:lnTo>
                    <a:pt x="1153" y="27161"/>
                  </a:lnTo>
                  <a:lnTo>
                    <a:pt x="1156" y="27161"/>
                  </a:lnTo>
                  <a:cubicBezTo>
                    <a:pt x="1045" y="27093"/>
                    <a:pt x="976" y="26956"/>
                    <a:pt x="976" y="26762"/>
                  </a:cubicBezTo>
                  <a:lnTo>
                    <a:pt x="976" y="1191"/>
                  </a:lnTo>
                  <a:cubicBezTo>
                    <a:pt x="976" y="990"/>
                    <a:pt x="1048" y="764"/>
                    <a:pt x="1163" y="564"/>
                  </a:cubicBezTo>
                  <a:lnTo>
                    <a:pt x="191" y="0"/>
                  </a:lnTo>
                  <a:close/>
                  <a:moveTo>
                    <a:pt x="1156" y="27161"/>
                  </a:moveTo>
                  <a:cubicBezTo>
                    <a:pt x="1156" y="27161"/>
                    <a:pt x="1157" y="27161"/>
                    <a:pt x="1157" y="27161"/>
                  </a:cubicBezTo>
                  <a:lnTo>
                    <a:pt x="1157" y="27161"/>
                  </a:lnTo>
                  <a:cubicBezTo>
                    <a:pt x="1157" y="27161"/>
                    <a:pt x="1157" y="27161"/>
                    <a:pt x="1157" y="27161"/>
                  </a:cubicBezTo>
                  <a:close/>
                  <a:moveTo>
                    <a:pt x="1157" y="27161"/>
                  </a:moveTo>
                  <a:cubicBezTo>
                    <a:pt x="1158" y="27162"/>
                    <a:pt x="1161" y="27165"/>
                    <a:pt x="1163" y="27165"/>
                  </a:cubicBezTo>
                  <a:cubicBezTo>
                    <a:pt x="1161" y="27163"/>
                    <a:pt x="1159" y="27162"/>
                    <a:pt x="1157" y="271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3802796" y="1267774"/>
              <a:ext cx="473411" cy="579870"/>
            </a:xfrm>
            <a:custGeom>
              <a:rect b="b" l="l" r="r" t="t"/>
              <a:pathLst>
                <a:path extrusionOk="0" h="11945" w="9752">
                  <a:moveTo>
                    <a:pt x="9466" y="0"/>
                  </a:moveTo>
                  <a:cubicBezTo>
                    <a:pt x="9396" y="0"/>
                    <a:pt x="9316" y="24"/>
                    <a:pt x="9233" y="72"/>
                  </a:cubicBezTo>
                  <a:lnTo>
                    <a:pt x="520" y="5117"/>
                  </a:lnTo>
                  <a:cubicBezTo>
                    <a:pt x="233" y="5284"/>
                    <a:pt x="0" y="5687"/>
                    <a:pt x="0" y="6018"/>
                  </a:cubicBezTo>
                  <a:lnTo>
                    <a:pt x="0" y="11575"/>
                  </a:lnTo>
                  <a:cubicBezTo>
                    <a:pt x="0" y="11809"/>
                    <a:pt x="117" y="11944"/>
                    <a:pt x="288" y="11944"/>
                  </a:cubicBezTo>
                  <a:cubicBezTo>
                    <a:pt x="358" y="11944"/>
                    <a:pt x="436" y="11922"/>
                    <a:pt x="520" y="11874"/>
                  </a:cubicBezTo>
                  <a:lnTo>
                    <a:pt x="9233" y="6827"/>
                  </a:lnTo>
                  <a:cubicBezTo>
                    <a:pt x="9519" y="6660"/>
                    <a:pt x="9752" y="6257"/>
                    <a:pt x="9752" y="5926"/>
                  </a:cubicBezTo>
                  <a:lnTo>
                    <a:pt x="9752" y="373"/>
                  </a:lnTo>
                  <a:cubicBezTo>
                    <a:pt x="9752" y="136"/>
                    <a:pt x="9635" y="0"/>
                    <a:pt x="9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802796" y="1650289"/>
              <a:ext cx="473411" cy="306125"/>
            </a:xfrm>
            <a:custGeom>
              <a:rect b="b" l="l" r="r" t="t"/>
              <a:pathLst>
                <a:path extrusionOk="0" h="6306" w="9752">
                  <a:moveTo>
                    <a:pt x="9478" y="0"/>
                  </a:moveTo>
                  <a:cubicBezTo>
                    <a:pt x="9405" y="0"/>
                    <a:pt x="9321" y="25"/>
                    <a:pt x="9233" y="76"/>
                  </a:cubicBezTo>
                  <a:lnTo>
                    <a:pt x="520" y="5103"/>
                  </a:lnTo>
                  <a:cubicBezTo>
                    <a:pt x="233" y="5271"/>
                    <a:pt x="0" y="5656"/>
                    <a:pt x="0" y="5968"/>
                  </a:cubicBezTo>
                  <a:cubicBezTo>
                    <a:pt x="0" y="6182"/>
                    <a:pt x="112" y="6306"/>
                    <a:pt x="275" y="6306"/>
                  </a:cubicBezTo>
                  <a:cubicBezTo>
                    <a:pt x="348" y="6306"/>
                    <a:pt x="431" y="6281"/>
                    <a:pt x="520" y="6230"/>
                  </a:cubicBezTo>
                  <a:lnTo>
                    <a:pt x="9233" y="1200"/>
                  </a:lnTo>
                  <a:cubicBezTo>
                    <a:pt x="9519" y="1036"/>
                    <a:pt x="9752" y="650"/>
                    <a:pt x="9752" y="339"/>
                  </a:cubicBezTo>
                  <a:cubicBezTo>
                    <a:pt x="9752" y="122"/>
                    <a:pt x="9641" y="0"/>
                    <a:pt x="94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802796" y="1759558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0"/>
                  </a:moveTo>
                  <a:cubicBezTo>
                    <a:pt x="9404" y="0"/>
                    <a:pt x="9321" y="24"/>
                    <a:pt x="9233" y="75"/>
                  </a:cubicBezTo>
                  <a:lnTo>
                    <a:pt x="520" y="5105"/>
                  </a:lnTo>
                  <a:cubicBezTo>
                    <a:pt x="233" y="5273"/>
                    <a:pt x="0" y="5658"/>
                    <a:pt x="0" y="5969"/>
                  </a:cubicBezTo>
                  <a:cubicBezTo>
                    <a:pt x="0" y="6184"/>
                    <a:pt x="112" y="6307"/>
                    <a:pt x="275" y="6307"/>
                  </a:cubicBezTo>
                  <a:cubicBezTo>
                    <a:pt x="348" y="6307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7"/>
                    <a:pt x="9752" y="651"/>
                    <a:pt x="9752" y="338"/>
                  </a:cubicBezTo>
                  <a:cubicBezTo>
                    <a:pt x="9752" y="122"/>
                    <a:pt x="9640" y="0"/>
                    <a:pt x="9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802796" y="1868925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0"/>
                  </a:moveTo>
                  <a:cubicBezTo>
                    <a:pt x="9404" y="0"/>
                    <a:pt x="9321" y="24"/>
                    <a:pt x="9233" y="74"/>
                  </a:cubicBezTo>
                  <a:lnTo>
                    <a:pt x="520" y="5105"/>
                  </a:lnTo>
                  <a:cubicBezTo>
                    <a:pt x="233" y="5272"/>
                    <a:pt x="0" y="5657"/>
                    <a:pt x="0" y="5969"/>
                  </a:cubicBezTo>
                  <a:cubicBezTo>
                    <a:pt x="0" y="6184"/>
                    <a:pt x="112" y="6307"/>
                    <a:pt x="275" y="6307"/>
                  </a:cubicBezTo>
                  <a:cubicBezTo>
                    <a:pt x="348" y="6307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7"/>
                    <a:pt x="9752" y="648"/>
                    <a:pt x="9752" y="337"/>
                  </a:cubicBezTo>
                  <a:cubicBezTo>
                    <a:pt x="9752" y="122"/>
                    <a:pt x="9640" y="0"/>
                    <a:pt x="9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3802796" y="1978242"/>
              <a:ext cx="473411" cy="306222"/>
            </a:xfrm>
            <a:custGeom>
              <a:rect b="b" l="l" r="r" t="t"/>
              <a:pathLst>
                <a:path extrusionOk="0" h="6308" w="9752">
                  <a:moveTo>
                    <a:pt x="9476" y="1"/>
                  </a:moveTo>
                  <a:cubicBezTo>
                    <a:pt x="9404" y="1"/>
                    <a:pt x="9321" y="25"/>
                    <a:pt x="9233" y="75"/>
                  </a:cubicBezTo>
                  <a:lnTo>
                    <a:pt x="520" y="5105"/>
                  </a:lnTo>
                  <a:cubicBezTo>
                    <a:pt x="233" y="5273"/>
                    <a:pt x="0" y="5658"/>
                    <a:pt x="0" y="5969"/>
                  </a:cubicBezTo>
                  <a:cubicBezTo>
                    <a:pt x="0" y="6184"/>
                    <a:pt x="112" y="6308"/>
                    <a:pt x="275" y="6308"/>
                  </a:cubicBezTo>
                  <a:cubicBezTo>
                    <a:pt x="348" y="6308"/>
                    <a:pt x="431" y="6283"/>
                    <a:pt x="520" y="6231"/>
                  </a:cubicBezTo>
                  <a:lnTo>
                    <a:pt x="9233" y="1201"/>
                  </a:lnTo>
                  <a:cubicBezTo>
                    <a:pt x="9519" y="1034"/>
                    <a:pt x="9752" y="648"/>
                    <a:pt x="9752" y="338"/>
                  </a:cubicBezTo>
                  <a:cubicBezTo>
                    <a:pt x="9752" y="122"/>
                    <a:pt x="9640" y="1"/>
                    <a:pt x="9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3802796" y="2306196"/>
              <a:ext cx="94663" cy="87624"/>
            </a:xfrm>
            <a:custGeom>
              <a:rect b="b" l="l" r="r" t="t"/>
              <a:pathLst>
                <a:path extrusionOk="0" h="1805" w="1950">
                  <a:moveTo>
                    <a:pt x="1675" y="1"/>
                  </a:moveTo>
                  <a:cubicBezTo>
                    <a:pt x="1602" y="1"/>
                    <a:pt x="1519" y="25"/>
                    <a:pt x="1430" y="77"/>
                  </a:cubicBezTo>
                  <a:lnTo>
                    <a:pt x="520" y="602"/>
                  </a:lnTo>
                  <a:cubicBezTo>
                    <a:pt x="233" y="770"/>
                    <a:pt x="0" y="1155"/>
                    <a:pt x="0" y="1466"/>
                  </a:cubicBezTo>
                  <a:cubicBezTo>
                    <a:pt x="0" y="1681"/>
                    <a:pt x="112" y="1804"/>
                    <a:pt x="275" y="1804"/>
                  </a:cubicBezTo>
                  <a:cubicBezTo>
                    <a:pt x="348" y="1804"/>
                    <a:pt x="431" y="1780"/>
                    <a:pt x="520" y="1728"/>
                  </a:cubicBezTo>
                  <a:lnTo>
                    <a:pt x="1430" y="1203"/>
                  </a:lnTo>
                  <a:cubicBezTo>
                    <a:pt x="1717" y="1036"/>
                    <a:pt x="1950" y="650"/>
                    <a:pt x="1950" y="340"/>
                  </a:cubicBezTo>
                  <a:cubicBezTo>
                    <a:pt x="1950" y="124"/>
                    <a:pt x="1838" y="1"/>
                    <a:pt x="1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3961677" y="2087609"/>
              <a:ext cx="314523" cy="214666"/>
            </a:xfrm>
            <a:custGeom>
              <a:rect b="b" l="l" r="r" t="t"/>
              <a:pathLst>
                <a:path extrusionOk="0" h="4422" w="6479">
                  <a:moveTo>
                    <a:pt x="6203" y="0"/>
                  </a:moveTo>
                  <a:cubicBezTo>
                    <a:pt x="6131" y="0"/>
                    <a:pt x="6048" y="24"/>
                    <a:pt x="5960" y="75"/>
                  </a:cubicBezTo>
                  <a:lnTo>
                    <a:pt x="520" y="3221"/>
                  </a:lnTo>
                  <a:cubicBezTo>
                    <a:pt x="233" y="3389"/>
                    <a:pt x="0" y="3774"/>
                    <a:pt x="0" y="4085"/>
                  </a:cubicBezTo>
                  <a:cubicBezTo>
                    <a:pt x="0" y="4300"/>
                    <a:pt x="112" y="4421"/>
                    <a:pt x="276" y="4421"/>
                  </a:cubicBezTo>
                  <a:cubicBezTo>
                    <a:pt x="349" y="4421"/>
                    <a:pt x="432" y="4397"/>
                    <a:pt x="520" y="4347"/>
                  </a:cubicBezTo>
                  <a:lnTo>
                    <a:pt x="5960" y="1201"/>
                  </a:lnTo>
                  <a:cubicBezTo>
                    <a:pt x="6246" y="1037"/>
                    <a:pt x="6479" y="648"/>
                    <a:pt x="6479" y="337"/>
                  </a:cubicBezTo>
                  <a:cubicBezTo>
                    <a:pt x="6479" y="122"/>
                    <a:pt x="6367" y="0"/>
                    <a:pt x="6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3802796" y="2415562"/>
              <a:ext cx="94663" cy="87478"/>
            </a:xfrm>
            <a:custGeom>
              <a:rect b="b" l="l" r="r" t="t"/>
              <a:pathLst>
                <a:path extrusionOk="0" h="1802" w="1950">
                  <a:moveTo>
                    <a:pt x="1675" y="0"/>
                  </a:moveTo>
                  <a:cubicBezTo>
                    <a:pt x="1602" y="0"/>
                    <a:pt x="1519" y="25"/>
                    <a:pt x="1430" y="76"/>
                  </a:cubicBezTo>
                  <a:lnTo>
                    <a:pt x="520" y="601"/>
                  </a:lnTo>
                  <a:cubicBezTo>
                    <a:pt x="233" y="769"/>
                    <a:pt x="0" y="1154"/>
                    <a:pt x="0" y="1465"/>
                  </a:cubicBezTo>
                  <a:cubicBezTo>
                    <a:pt x="0" y="1680"/>
                    <a:pt x="112" y="1802"/>
                    <a:pt x="276" y="1802"/>
                  </a:cubicBezTo>
                  <a:cubicBezTo>
                    <a:pt x="348" y="1802"/>
                    <a:pt x="431" y="1778"/>
                    <a:pt x="520" y="1728"/>
                  </a:cubicBezTo>
                  <a:lnTo>
                    <a:pt x="1430" y="1203"/>
                  </a:lnTo>
                  <a:cubicBezTo>
                    <a:pt x="1717" y="1035"/>
                    <a:pt x="1950" y="650"/>
                    <a:pt x="1950" y="339"/>
                  </a:cubicBezTo>
                  <a:cubicBezTo>
                    <a:pt x="1950" y="124"/>
                    <a:pt x="1838" y="0"/>
                    <a:pt x="1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3961677" y="2196878"/>
              <a:ext cx="314523" cy="214715"/>
            </a:xfrm>
            <a:custGeom>
              <a:rect b="b" l="l" r="r" t="t"/>
              <a:pathLst>
                <a:path extrusionOk="0" h="4423" w="6479">
                  <a:moveTo>
                    <a:pt x="6204" y="0"/>
                  </a:moveTo>
                  <a:cubicBezTo>
                    <a:pt x="6131" y="0"/>
                    <a:pt x="6048" y="25"/>
                    <a:pt x="5960" y="76"/>
                  </a:cubicBezTo>
                  <a:lnTo>
                    <a:pt x="520" y="3222"/>
                  </a:lnTo>
                  <a:cubicBezTo>
                    <a:pt x="233" y="3386"/>
                    <a:pt x="0" y="3775"/>
                    <a:pt x="0" y="4086"/>
                  </a:cubicBezTo>
                  <a:cubicBezTo>
                    <a:pt x="0" y="4301"/>
                    <a:pt x="112" y="4423"/>
                    <a:pt x="276" y="4423"/>
                  </a:cubicBezTo>
                  <a:cubicBezTo>
                    <a:pt x="349" y="4423"/>
                    <a:pt x="432" y="4399"/>
                    <a:pt x="520" y="4349"/>
                  </a:cubicBezTo>
                  <a:lnTo>
                    <a:pt x="5960" y="1202"/>
                  </a:lnTo>
                  <a:cubicBezTo>
                    <a:pt x="6246" y="1035"/>
                    <a:pt x="6479" y="649"/>
                    <a:pt x="6479" y="339"/>
                  </a:cubicBezTo>
                  <a:cubicBezTo>
                    <a:pt x="6479" y="124"/>
                    <a:pt x="6367" y="0"/>
                    <a:pt x="6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3802796" y="2524928"/>
              <a:ext cx="94663" cy="87478"/>
            </a:xfrm>
            <a:custGeom>
              <a:rect b="b" l="l" r="r" t="t"/>
              <a:pathLst>
                <a:path extrusionOk="0" h="1802" w="1950">
                  <a:moveTo>
                    <a:pt x="1675" y="0"/>
                  </a:moveTo>
                  <a:cubicBezTo>
                    <a:pt x="1602" y="0"/>
                    <a:pt x="1519" y="24"/>
                    <a:pt x="1430" y="76"/>
                  </a:cubicBezTo>
                  <a:lnTo>
                    <a:pt x="520" y="601"/>
                  </a:lnTo>
                  <a:cubicBezTo>
                    <a:pt x="233" y="765"/>
                    <a:pt x="0" y="1154"/>
                    <a:pt x="0" y="1465"/>
                  </a:cubicBezTo>
                  <a:cubicBezTo>
                    <a:pt x="0" y="1680"/>
                    <a:pt x="112" y="1801"/>
                    <a:pt x="276" y="1801"/>
                  </a:cubicBezTo>
                  <a:cubicBezTo>
                    <a:pt x="348" y="1801"/>
                    <a:pt x="431" y="1778"/>
                    <a:pt x="520" y="1727"/>
                  </a:cubicBezTo>
                  <a:lnTo>
                    <a:pt x="1430" y="1202"/>
                  </a:lnTo>
                  <a:cubicBezTo>
                    <a:pt x="1717" y="1035"/>
                    <a:pt x="1950" y="649"/>
                    <a:pt x="1950" y="339"/>
                  </a:cubicBezTo>
                  <a:cubicBezTo>
                    <a:pt x="1950" y="123"/>
                    <a:pt x="1838" y="0"/>
                    <a:pt x="16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3961677" y="2306196"/>
              <a:ext cx="314523" cy="214763"/>
            </a:xfrm>
            <a:custGeom>
              <a:rect b="b" l="l" r="r" t="t"/>
              <a:pathLst>
                <a:path extrusionOk="0" h="4424" w="6479">
                  <a:moveTo>
                    <a:pt x="6204" y="1"/>
                  </a:moveTo>
                  <a:cubicBezTo>
                    <a:pt x="6131" y="1"/>
                    <a:pt x="6048" y="25"/>
                    <a:pt x="5960" y="77"/>
                  </a:cubicBezTo>
                  <a:lnTo>
                    <a:pt x="520" y="3223"/>
                  </a:lnTo>
                  <a:cubicBezTo>
                    <a:pt x="233" y="3387"/>
                    <a:pt x="0" y="3776"/>
                    <a:pt x="0" y="4087"/>
                  </a:cubicBezTo>
                  <a:cubicBezTo>
                    <a:pt x="0" y="4302"/>
                    <a:pt x="112" y="4424"/>
                    <a:pt x="276" y="4424"/>
                  </a:cubicBezTo>
                  <a:cubicBezTo>
                    <a:pt x="349" y="4424"/>
                    <a:pt x="432" y="4400"/>
                    <a:pt x="520" y="4349"/>
                  </a:cubicBezTo>
                  <a:lnTo>
                    <a:pt x="5960" y="1203"/>
                  </a:lnTo>
                  <a:cubicBezTo>
                    <a:pt x="6246" y="1036"/>
                    <a:pt x="6479" y="650"/>
                    <a:pt x="6479" y="340"/>
                  </a:cubicBezTo>
                  <a:cubicBezTo>
                    <a:pt x="6479" y="124"/>
                    <a:pt x="6367" y="1"/>
                    <a:pt x="6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654678" y="580995"/>
              <a:ext cx="323504" cy="417147"/>
            </a:xfrm>
            <a:custGeom>
              <a:rect b="b" l="l" r="r" t="t"/>
              <a:pathLst>
                <a:path extrusionOk="0" h="8593" w="6664">
                  <a:moveTo>
                    <a:pt x="4555" y="0"/>
                  </a:moveTo>
                  <a:cubicBezTo>
                    <a:pt x="4132" y="0"/>
                    <a:pt x="3655" y="137"/>
                    <a:pt x="3151" y="428"/>
                  </a:cubicBezTo>
                  <a:cubicBezTo>
                    <a:pt x="1411" y="1436"/>
                    <a:pt x="1" y="3879"/>
                    <a:pt x="1" y="5886"/>
                  </a:cubicBezTo>
                  <a:cubicBezTo>
                    <a:pt x="1" y="6889"/>
                    <a:pt x="353" y="7595"/>
                    <a:pt x="919" y="7923"/>
                  </a:cubicBezTo>
                  <a:lnTo>
                    <a:pt x="919" y="7927"/>
                  </a:lnTo>
                  <a:lnTo>
                    <a:pt x="922" y="7927"/>
                  </a:lnTo>
                  <a:lnTo>
                    <a:pt x="2090" y="8592"/>
                  </a:lnTo>
                  <a:lnTo>
                    <a:pt x="2370" y="8128"/>
                  </a:lnTo>
                  <a:cubicBezTo>
                    <a:pt x="2656" y="8060"/>
                    <a:pt x="2957" y="7958"/>
                    <a:pt x="3274" y="7776"/>
                  </a:cubicBezTo>
                  <a:cubicBezTo>
                    <a:pt x="5011" y="6770"/>
                    <a:pt x="6424" y="4326"/>
                    <a:pt x="6424" y="2320"/>
                  </a:cubicBezTo>
                  <a:cubicBezTo>
                    <a:pt x="6424" y="2019"/>
                    <a:pt x="6383" y="1756"/>
                    <a:pt x="6325" y="1514"/>
                  </a:cubicBezTo>
                  <a:lnTo>
                    <a:pt x="6664" y="951"/>
                  </a:lnTo>
                  <a:lnTo>
                    <a:pt x="5380" y="210"/>
                  </a:lnTo>
                  <a:lnTo>
                    <a:pt x="5366" y="203"/>
                  </a:lnTo>
                  <a:cubicBezTo>
                    <a:pt x="5129" y="70"/>
                    <a:pt x="4856" y="0"/>
                    <a:pt x="455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4654678" y="705992"/>
              <a:ext cx="272823" cy="292144"/>
            </a:xfrm>
            <a:custGeom>
              <a:rect b="b" l="l" r="r" t="t"/>
              <a:pathLst>
                <a:path extrusionOk="0" h="6018" w="5620">
                  <a:moveTo>
                    <a:pt x="1049" y="0"/>
                  </a:moveTo>
                  <a:cubicBezTo>
                    <a:pt x="404" y="1035"/>
                    <a:pt x="1" y="2235"/>
                    <a:pt x="1" y="3311"/>
                  </a:cubicBezTo>
                  <a:cubicBezTo>
                    <a:pt x="1" y="4314"/>
                    <a:pt x="353" y="5020"/>
                    <a:pt x="919" y="5348"/>
                  </a:cubicBezTo>
                  <a:lnTo>
                    <a:pt x="919" y="5352"/>
                  </a:lnTo>
                  <a:lnTo>
                    <a:pt x="922" y="5352"/>
                  </a:lnTo>
                  <a:lnTo>
                    <a:pt x="2090" y="6017"/>
                  </a:lnTo>
                  <a:lnTo>
                    <a:pt x="2370" y="5553"/>
                  </a:lnTo>
                  <a:cubicBezTo>
                    <a:pt x="2656" y="5485"/>
                    <a:pt x="2957" y="5383"/>
                    <a:pt x="3274" y="5198"/>
                  </a:cubicBezTo>
                  <a:cubicBezTo>
                    <a:pt x="4206" y="4663"/>
                    <a:pt x="5043" y="3710"/>
                    <a:pt x="5619" y="2638"/>
                  </a:cubicBezTo>
                  <a:lnTo>
                    <a:pt x="10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4705600" y="580995"/>
              <a:ext cx="272580" cy="253114"/>
            </a:xfrm>
            <a:custGeom>
              <a:rect b="b" l="l" r="r" t="t"/>
              <a:pathLst>
                <a:path extrusionOk="0" h="5214" w="5615">
                  <a:moveTo>
                    <a:pt x="3506" y="0"/>
                  </a:moveTo>
                  <a:cubicBezTo>
                    <a:pt x="3083" y="0"/>
                    <a:pt x="2606" y="137"/>
                    <a:pt x="2102" y="428"/>
                  </a:cubicBezTo>
                  <a:cubicBezTo>
                    <a:pt x="1294" y="896"/>
                    <a:pt x="557" y="1674"/>
                    <a:pt x="0" y="2575"/>
                  </a:cubicBezTo>
                  <a:lnTo>
                    <a:pt x="4570" y="5213"/>
                  </a:lnTo>
                  <a:cubicBezTo>
                    <a:pt x="5071" y="4278"/>
                    <a:pt x="5375" y="3251"/>
                    <a:pt x="5375" y="2320"/>
                  </a:cubicBezTo>
                  <a:cubicBezTo>
                    <a:pt x="5375" y="2019"/>
                    <a:pt x="5334" y="1756"/>
                    <a:pt x="5276" y="1514"/>
                  </a:cubicBezTo>
                  <a:lnTo>
                    <a:pt x="5615" y="951"/>
                  </a:lnTo>
                  <a:lnTo>
                    <a:pt x="4331" y="210"/>
                  </a:lnTo>
                  <a:lnTo>
                    <a:pt x="4317" y="203"/>
                  </a:lnTo>
                  <a:cubicBezTo>
                    <a:pt x="4080" y="70"/>
                    <a:pt x="3807" y="0"/>
                    <a:pt x="3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4713852" y="614878"/>
              <a:ext cx="305931" cy="395011"/>
            </a:xfrm>
            <a:custGeom>
              <a:rect b="b" l="l" r="r" t="t"/>
              <a:pathLst>
                <a:path extrusionOk="0" h="8137" w="6302">
                  <a:moveTo>
                    <a:pt x="4559" y="0"/>
                  </a:moveTo>
                  <a:cubicBezTo>
                    <a:pt x="4135" y="0"/>
                    <a:pt x="3657" y="139"/>
                    <a:pt x="3151" y="431"/>
                  </a:cubicBezTo>
                  <a:cubicBezTo>
                    <a:pt x="1410" y="1434"/>
                    <a:pt x="1" y="3877"/>
                    <a:pt x="1" y="5887"/>
                  </a:cubicBezTo>
                  <a:cubicBezTo>
                    <a:pt x="1" y="7313"/>
                    <a:pt x="710" y="8137"/>
                    <a:pt x="1744" y="8137"/>
                  </a:cubicBezTo>
                  <a:cubicBezTo>
                    <a:pt x="2167" y="8137"/>
                    <a:pt x="2645" y="7998"/>
                    <a:pt x="3151" y="7707"/>
                  </a:cubicBezTo>
                  <a:cubicBezTo>
                    <a:pt x="4892" y="6703"/>
                    <a:pt x="6301" y="4260"/>
                    <a:pt x="6301" y="2249"/>
                  </a:cubicBezTo>
                  <a:cubicBezTo>
                    <a:pt x="6301" y="823"/>
                    <a:pt x="5592" y="0"/>
                    <a:pt x="455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4819239" y="694002"/>
              <a:ext cx="95148" cy="236754"/>
            </a:xfrm>
            <a:custGeom>
              <a:rect b="b" l="l" r="r" t="t"/>
              <a:pathLst>
                <a:path extrusionOk="0" h="4877" w="1960">
                  <a:moveTo>
                    <a:pt x="1150" y="1"/>
                  </a:moveTo>
                  <a:cubicBezTo>
                    <a:pt x="1140" y="1"/>
                    <a:pt x="1129" y="4"/>
                    <a:pt x="1116" y="12"/>
                  </a:cubicBezTo>
                  <a:lnTo>
                    <a:pt x="843" y="168"/>
                  </a:lnTo>
                  <a:cubicBezTo>
                    <a:pt x="819" y="182"/>
                    <a:pt x="796" y="209"/>
                    <a:pt x="779" y="247"/>
                  </a:cubicBezTo>
                  <a:cubicBezTo>
                    <a:pt x="761" y="285"/>
                    <a:pt x="752" y="326"/>
                    <a:pt x="752" y="363"/>
                  </a:cubicBezTo>
                  <a:lnTo>
                    <a:pt x="752" y="718"/>
                  </a:lnTo>
                  <a:cubicBezTo>
                    <a:pt x="652" y="803"/>
                    <a:pt x="560" y="899"/>
                    <a:pt x="478" y="1008"/>
                  </a:cubicBezTo>
                  <a:cubicBezTo>
                    <a:pt x="393" y="1118"/>
                    <a:pt x="321" y="1237"/>
                    <a:pt x="260" y="1364"/>
                  </a:cubicBezTo>
                  <a:cubicBezTo>
                    <a:pt x="202" y="1490"/>
                    <a:pt x="154" y="1619"/>
                    <a:pt x="120" y="1756"/>
                  </a:cubicBezTo>
                  <a:cubicBezTo>
                    <a:pt x="86" y="1889"/>
                    <a:pt x="68" y="2025"/>
                    <a:pt x="68" y="2159"/>
                  </a:cubicBezTo>
                  <a:cubicBezTo>
                    <a:pt x="68" y="2315"/>
                    <a:pt x="82" y="2446"/>
                    <a:pt x="109" y="2541"/>
                  </a:cubicBezTo>
                  <a:cubicBezTo>
                    <a:pt x="137" y="2640"/>
                    <a:pt x="178" y="2715"/>
                    <a:pt x="235" y="2766"/>
                  </a:cubicBezTo>
                  <a:cubicBezTo>
                    <a:pt x="290" y="2817"/>
                    <a:pt x="358" y="2848"/>
                    <a:pt x="444" y="2855"/>
                  </a:cubicBezTo>
                  <a:cubicBezTo>
                    <a:pt x="466" y="2858"/>
                    <a:pt x="489" y="2859"/>
                    <a:pt x="513" y="2859"/>
                  </a:cubicBezTo>
                  <a:cubicBezTo>
                    <a:pt x="582" y="2859"/>
                    <a:pt x="658" y="2849"/>
                    <a:pt x="741" y="2831"/>
                  </a:cubicBezTo>
                  <a:cubicBezTo>
                    <a:pt x="864" y="2810"/>
                    <a:pt x="977" y="2786"/>
                    <a:pt x="1069" y="2763"/>
                  </a:cubicBezTo>
                  <a:cubicBezTo>
                    <a:pt x="1164" y="2739"/>
                    <a:pt x="1246" y="2725"/>
                    <a:pt x="1308" y="2725"/>
                  </a:cubicBezTo>
                  <a:cubicBezTo>
                    <a:pt x="1314" y="2725"/>
                    <a:pt x="1320" y="2724"/>
                    <a:pt x="1326" y="2724"/>
                  </a:cubicBezTo>
                  <a:cubicBezTo>
                    <a:pt x="1381" y="2724"/>
                    <a:pt x="1423" y="2738"/>
                    <a:pt x="1454" y="2766"/>
                  </a:cubicBezTo>
                  <a:cubicBezTo>
                    <a:pt x="1485" y="2797"/>
                    <a:pt x="1502" y="2851"/>
                    <a:pt x="1502" y="2926"/>
                  </a:cubicBezTo>
                  <a:cubicBezTo>
                    <a:pt x="1502" y="3005"/>
                    <a:pt x="1485" y="3084"/>
                    <a:pt x="1458" y="3152"/>
                  </a:cubicBezTo>
                  <a:cubicBezTo>
                    <a:pt x="1427" y="3224"/>
                    <a:pt x="1390" y="3292"/>
                    <a:pt x="1341" y="3356"/>
                  </a:cubicBezTo>
                  <a:cubicBezTo>
                    <a:pt x="1294" y="3418"/>
                    <a:pt x="1239" y="3476"/>
                    <a:pt x="1174" y="3531"/>
                  </a:cubicBezTo>
                  <a:cubicBezTo>
                    <a:pt x="1113" y="3582"/>
                    <a:pt x="1045" y="3626"/>
                    <a:pt x="980" y="3667"/>
                  </a:cubicBezTo>
                  <a:cubicBezTo>
                    <a:pt x="891" y="3715"/>
                    <a:pt x="819" y="3746"/>
                    <a:pt x="761" y="3756"/>
                  </a:cubicBezTo>
                  <a:cubicBezTo>
                    <a:pt x="736" y="3761"/>
                    <a:pt x="712" y="3763"/>
                    <a:pt x="690" y="3763"/>
                  </a:cubicBezTo>
                  <a:cubicBezTo>
                    <a:pt x="663" y="3763"/>
                    <a:pt x="638" y="3760"/>
                    <a:pt x="618" y="3752"/>
                  </a:cubicBezTo>
                  <a:cubicBezTo>
                    <a:pt x="580" y="3742"/>
                    <a:pt x="550" y="3719"/>
                    <a:pt x="526" y="3687"/>
                  </a:cubicBezTo>
                  <a:cubicBezTo>
                    <a:pt x="506" y="3654"/>
                    <a:pt x="485" y="3619"/>
                    <a:pt x="471" y="3585"/>
                  </a:cubicBezTo>
                  <a:cubicBezTo>
                    <a:pt x="457" y="3551"/>
                    <a:pt x="440" y="3527"/>
                    <a:pt x="420" y="3520"/>
                  </a:cubicBezTo>
                  <a:cubicBezTo>
                    <a:pt x="414" y="3517"/>
                    <a:pt x="407" y="3516"/>
                    <a:pt x="399" y="3516"/>
                  </a:cubicBezTo>
                  <a:cubicBezTo>
                    <a:pt x="381" y="3516"/>
                    <a:pt x="358" y="3524"/>
                    <a:pt x="331" y="3541"/>
                  </a:cubicBezTo>
                  <a:lnTo>
                    <a:pt x="92" y="3678"/>
                  </a:lnTo>
                  <a:cubicBezTo>
                    <a:pt x="68" y="3691"/>
                    <a:pt x="48" y="3715"/>
                    <a:pt x="27" y="3752"/>
                  </a:cubicBezTo>
                  <a:cubicBezTo>
                    <a:pt x="7" y="3790"/>
                    <a:pt x="0" y="3831"/>
                    <a:pt x="0" y="3868"/>
                  </a:cubicBezTo>
                  <a:cubicBezTo>
                    <a:pt x="7" y="3998"/>
                    <a:pt x="27" y="4108"/>
                    <a:pt x="68" y="4193"/>
                  </a:cubicBezTo>
                  <a:cubicBezTo>
                    <a:pt x="109" y="4281"/>
                    <a:pt x="164" y="4346"/>
                    <a:pt x="232" y="4391"/>
                  </a:cubicBezTo>
                  <a:cubicBezTo>
                    <a:pt x="297" y="4435"/>
                    <a:pt x="376" y="4459"/>
                    <a:pt x="465" y="4466"/>
                  </a:cubicBezTo>
                  <a:cubicBezTo>
                    <a:pt x="480" y="4467"/>
                    <a:pt x="496" y="4467"/>
                    <a:pt x="512" y="4467"/>
                  </a:cubicBezTo>
                  <a:cubicBezTo>
                    <a:pt x="587" y="4467"/>
                    <a:pt x="667" y="4453"/>
                    <a:pt x="752" y="4425"/>
                  </a:cubicBezTo>
                  <a:lnTo>
                    <a:pt x="752" y="4780"/>
                  </a:lnTo>
                  <a:cubicBezTo>
                    <a:pt x="752" y="4817"/>
                    <a:pt x="761" y="4845"/>
                    <a:pt x="779" y="4862"/>
                  </a:cubicBezTo>
                  <a:cubicBezTo>
                    <a:pt x="788" y="4871"/>
                    <a:pt x="800" y="4876"/>
                    <a:pt x="812" y="4876"/>
                  </a:cubicBezTo>
                  <a:cubicBezTo>
                    <a:pt x="822" y="4876"/>
                    <a:pt x="833" y="4873"/>
                    <a:pt x="843" y="4865"/>
                  </a:cubicBezTo>
                  <a:lnTo>
                    <a:pt x="1116" y="4708"/>
                  </a:lnTo>
                  <a:cubicBezTo>
                    <a:pt x="1144" y="4694"/>
                    <a:pt x="1164" y="4667"/>
                    <a:pt x="1182" y="4629"/>
                  </a:cubicBezTo>
                  <a:cubicBezTo>
                    <a:pt x="1198" y="4592"/>
                    <a:pt x="1209" y="4551"/>
                    <a:pt x="1209" y="4514"/>
                  </a:cubicBezTo>
                  <a:lnTo>
                    <a:pt x="1209" y="4158"/>
                  </a:lnTo>
                  <a:cubicBezTo>
                    <a:pt x="1325" y="4067"/>
                    <a:pt x="1431" y="3964"/>
                    <a:pt x="1522" y="3848"/>
                  </a:cubicBezTo>
                  <a:cubicBezTo>
                    <a:pt x="1618" y="3732"/>
                    <a:pt x="1697" y="3605"/>
                    <a:pt x="1758" y="3476"/>
                  </a:cubicBezTo>
                  <a:cubicBezTo>
                    <a:pt x="1823" y="3347"/>
                    <a:pt x="1874" y="3210"/>
                    <a:pt x="1908" y="3073"/>
                  </a:cubicBezTo>
                  <a:cubicBezTo>
                    <a:pt x="1943" y="2933"/>
                    <a:pt x="1960" y="2797"/>
                    <a:pt x="1960" y="2663"/>
                  </a:cubicBezTo>
                  <a:cubicBezTo>
                    <a:pt x="1960" y="2520"/>
                    <a:pt x="1946" y="2401"/>
                    <a:pt x="1919" y="2306"/>
                  </a:cubicBezTo>
                  <a:cubicBezTo>
                    <a:pt x="1894" y="2206"/>
                    <a:pt x="1850" y="2134"/>
                    <a:pt x="1789" y="2084"/>
                  </a:cubicBezTo>
                  <a:cubicBezTo>
                    <a:pt x="1730" y="2032"/>
                    <a:pt x="1653" y="2005"/>
                    <a:pt x="1560" y="1998"/>
                  </a:cubicBezTo>
                  <a:cubicBezTo>
                    <a:pt x="1543" y="1997"/>
                    <a:pt x="1526" y="1996"/>
                    <a:pt x="1508" y="1996"/>
                  </a:cubicBezTo>
                  <a:cubicBezTo>
                    <a:pt x="1424" y="1996"/>
                    <a:pt x="1328" y="2010"/>
                    <a:pt x="1215" y="2036"/>
                  </a:cubicBezTo>
                  <a:cubicBezTo>
                    <a:pt x="1092" y="2066"/>
                    <a:pt x="987" y="2090"/>
                    <a:pt x="898" y="2111"/>
                  </a:cubicBezTo>
                  <a:cubicBezTo>
                    <a:pt x="827" y="2125"/>
                    <a:pt x="765" y="2132"/>
                    <a:pt x="715" y="2132"/>
                  </a:cubicBezTo>
                  <a:cubicBezTo>
                    <a:pt x="705" y="2132"/>
                    <a:pt x="695" y="2132"/>
                    <a:pt x="686" y="2131"/>
                  </a:cubicBezTo>
                  <a:cubicBezTo>
                    <a:pt x="629" y="2128"/>
                    <a:pt x="591" y="2107"/>
                    <a:pt x="563" y="2070"/>
                  </a:cubicBezTo>
                  <a:cubicBezTo>
                    <a:pt x="539" y="2036"/>
                    <a:pt x="526" y="1978"/>
                    <a:pt x="526" y="1896"/>
                  </a:cubicBezTo>
                  <a:cubicBezTo>
                    <a:pt x="526" y="1831"/>
                    <a:pt x="539" y="1766"/>
                    <a:pt x="560" y="1698"/>
                  </a:cubicBezTo>
                  <a:cubicBezTo>
                    <a:pt x="584" y="1633"/>
                    <a:pt x="615" y="1572"/>
                    <a:pt x="656" y="1513"/>
                  </a:cubicBezTo>
                  <a:cubicBezTo>
                    <a:pt x="693" y="1452"/>
                    <a:pt x="741" y="1397"/>
                    <a:pt x="792" y="1350"/>
                  </a:cubicBezTo>
                  <a:cubicBezTo>
                    <a:pt x="847" y="1299"/>
                    <a:pt x="901" y="1258"/>
                    <a:pt x="963" y="1223"/>
                  </a:cubicBezTo>
                  <a:cubicBezTo>
                    <a:pt x="1065" y="1163"/>
                    <a:pt x="1148" y="1133"/>
                    <a:pt x="1213" y="1133"/>
                  </a:cubicBezTo>
                  <a:cubicBezTo>
                    <a:pt x="1233" y="1133"/>
                    <a:pt x="1251" y="1136"/>
                    <a:pt x="1267" y="1142"/>
                  </a:cubicBezTo>
                  <a:cubicBezTo>
                    <a:pt x="1338" y="1165"/>
                    <a:pt x="1390" y="1213"/>
                    <a:pt x="1423" y="1282"/>
                  </a:cubicBezTo>
                  <a:cubicBezTo>
                    <a:pt x="1437" y="1309"/>
                    <a:pt x="1454" y="1329"/>
                    <a:pt x="1475" y="1343"/>
                  </a:cubicBezTo>
                  <a:cubicBezTo>
                    <a:pt x="1481" y="1346"/>
                    <a:pt x="1488" y="1348"/>
                    <a:pt x="1496" y="1348"/>
                  </a:cubicBezTo>
                  <a:cubicBezTo>
                    <a:pt x="1513" y="1348"/>
                    <a:pt x="1534" y="1340"/>
                    <a:pt x="1560" y="1326"/>
                  </a:cubicBezTo>
                  <a:lnTo>
                    <a:pt x="1799" y="1189"/>
                  </a:lnTo>
                  <a:cubicBezTo>
                    <a:pt x="1823" y="1176"/>
                    <a:pt x="1847" y="1148"/>
                    <a:pt x="1864" y="1110"/>
                  </a:cubicBezTo>
                  <a:cubicBezTo>
                    <a:pt x="1884" y="1074"/>
                    <a:pt x="1891" y="1036"/>
                    <a:pt x="1891" y="995"/>
                  </a:cubicBezTo>
                  <a:cubicBezTo>
                    <a:pt x="1884" y="913"/>
                    <a:pt x="1867" y="834"/>
                    <a:pt x="1840" y="756"/>
                  </a:cubicBezTo>
                  <a:cubicBezTo>
                    <a:pt x="1809" y="677"/>
                    <a:pt x="1768" y="609"/>
                    <a:pt x="1710" y="554"/>
                  </a:cubicBezTo>
                  <a:cubicBezTo>
                    <a:pt x="1653" y="500"/>
                    <a:pt x="1584" y="466"/>
                    <a:pt x="1502" y="445"/>
                  </a:cubicBezTo>
                  <a:cubicBezTo>
                    <a:pt x="1470" y="438"/>
                    <a:pt x="1436" y="434"/>
                    <a:pt x="1401" y="434"/>
                  </a:cubicBezTo>
                  <a:cubicBezTo>
                    <a:pt x="1342" y="434"/>
                    <a:pt x="1279" y="444"/>
                    <a:pt x="1209" y="466"/>
                  </a:cubicBezTo>
                  <a:lnTo>
                    <a:pt x="1209" y="97"/>
                  </a:lnTo>
                  <a:cubicBezTo>
                    <a:pt x="1209" y="60"/>
                    <a:pt x="1198" y="32"/>
                    <a:pt x="1182" y="15"/>
                  </a:cubicBezTo>
                  <a:cubicBezTo>
                    <a:pt x="1172" y="6"/>
                    <a:pt x="1162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654678" y="1721501"/>
              <a:ext cx="323504" cy="417147"/>
            </a:xfrm>
            <a:custGeom>
              <a:rect b="b" l="l" r="r" t="t"/>
              <a:pathLst>
                <a:path extrusionOk="0" h="8593" w="6664">
                  <a:moveTo>
                    <a:pt x="4554" y="0"/>
                  </a:moveTo>
                  <a:cubicBezTo>
                    <a:pt x="4132" y="0"/>
                    <a:pt x="3655" y="137"/>
                    <a:pt x="3151" y="429"/>
                  </a:cubicBezTo>
                  <a:cubicBezTo>
                    <a:pt x="1411" y="1432"/>
                    <a:pt x="1" y="3876"/>
                    <a:pt x="1" y="5886"/>
                  </a:cubicBezTo>
                  <a:cubicBezTo>
                    <a:pt x="1" y="6889"/>
                    <a:pt x="353" y="7593"/>
                    <a:pt x="919" y="7924"/>
                  </a:cubicBezTo>
                  <a:lnTo>
                    <a:pt x="922" y="7927"/>
                  </a:lnTo>
                  <a:lnTo>
                    <a:pt x="2090" y="8592"/>
                  </a:lnTo>
                  <a:lnTo>
                    <a:pt x="2370" y="8125"/>
                  </a:lnTo>
                  <a:cubicBezTo>
                    <a:pt x="2656" y="8060"/>
                    <a:pt x="2957" y="7957"/>
                    <a:pt x="3274" y="7773"/>
                  </a:cubicBezTo>
                  <a:cubicBezTo>
                    <a:pt x="5011" y="6770"/>
                    <a:pt x="6424" y="4326"/>
                    <a:pt x="6424" y="2316"/>
                  </a:cubicBezTo>
                  <a:cubicBezTo>
                    <a:pt x="6424" y="2019"/>
                    <a:pt x="6383" y="1757"/>
                    <a:pt x="6325" y="1511"/>
                  </a:cubicBezTo>
                  <a:lnTo>
                    <a:pt x="6664" y="947"/>
                  </a:lnTo>
                  <a:lnTo>
                    <a:pt x="5380" y="207"/>
                  </a:lnTo>
                  <a:lnTo>
                    <a:pt x="5366" y="200"/>
                  </a:lnTo>
                  <a:lnTo>
                    <a:pt x="5366" y="203"/>
                  </a:lnTo>
                  <a:cubicBezTo>
                    <a:pt x="5129" y="70"/>
                    <a:pt x="4855" y="0"/>
                    <a:pt x="455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4654678" y="1846304"/>
              <a:ext cx="272823" cy="292338"/>
            </a:xfrm>
            <a:custGeom>
              <a:rect b="b" l="l" r="r" t="t"/>
              <a:pathLst>
                <a:path extrusionOk="0" h="6022" w="5620">
                  <a:moveTo>
                    <a:pt x="1049" y="1"/>
                  </a:moveTo>
                  <a:cubicBezTo>
                    <a:pt x="404" y="1038"/>
                    <a:pt x="1" y="2240"/>
                    <a:pt x="1" y="3315"/>
                  </a:cubicBezTo>
                  <a:cubicBezTo>
                    <a:pt x="1" y="4318"/>
                    <a:pt x="353" y="5022"/>
                    <a:pt x="919" y="5353"/>
                  </a:cubicBezTo>
                  <a:lnTo>
                    <a:pt x="922" y="5356"/>
                  </a:lnTo>
                  <a:lnTo>
                    <a:pt x="2090" y="6021"/>
                  </a:lnTo>
                  <a:lnTo>
                    <a:pt x="2370" y="5554"/>
                  </a:lnTo>
                  <a:cubicBezTo>
                    <a:pt x="2656" y="5489"/>
                    <a:pt x="2957" y="5386"/>
                    <a:pt x="3274" y="5202"/>
                  </a:cubicBezTo>
                  <a:cubicBezTo>
                    <a:pt x="4206" y="4666"/>
                    <a:pt x="5043" y="3714"/>
                    <a:pt x="5619" y="2639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4705600" y="1721501"/>
              <a:ext cx="272580" cy="252919"/>
            </a:xfrm>
            <a:custGeom>
              <a:rect b="b" l="l" r="r" t="t"/>
              <a:pathLst>
                <a:path extrusionOk="0" h="5210" w="5615">
                  <a:moveTo>
                    <a:pt x="3505" y="0"/>
                  </a:moveTo>
                  <a:cubicBezTo>
                    <a:pt x="3083" y="0"/>
                    <a:pt x="2606" y="137"/>
                    <a:pt x="2102" y="429"/>
                  </a:cubicBezTo>
                  <a:cubicBezTo>
                    <a:pt x="1294" y="896"/>
                    <a:pt x="557" y="1675"/>
                    <a:pt x="0" y="2572"/>
                  </a:cubicBezTo>
                  <a:lnTo>
                    <a:pt x="4570" y="5210"/>
                  </a:lnTo>
                  <a:cubicBezTo>
                    <a:pt x="5071" y="4279"/>
                    <a:pt x="5375" y="3251"/>
                    <a:pt x="5375" y="2316"/>
                  </a:cubicBezTo>
                  <a:cubicBezTo>
                    <a:pt x="5375" y="2019"/>
                    <a:pt x="5334" y="1757"/>
                    <a:pt x="5276" y="1511"/>
                  </a:cubicBezTo>
                  <a:lnTo>
                    <a:pt x="5615" y="947"/>
                  </a:lnTo>
                  <a:lnTo>
                    <a:pt x="4331" y="207"/>
                  </a:lnTo>
                  <a:lnTo>
                    <a:pt x="4317" y="200"/>
                  </a:lnTo>
                  <a:lnTo>
                    <a:pt x="4317" y="203"/>
                  </a:lnTo>
                  <a:cubicBezTo>
                    <a:pt x="4080" y="70"/>
                    <a:pt x="3806" y="0"/>
                    <a:pt x="3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4713852" y="1755287"/>
              <a:ext cx="305931" cy="395108"/>
            </a:xfrm>
            <a:custGeom>
              <a:rect b="b" l="l" r="r" t="t"/>
              <a:pathLst>
                <a:path extrusionOk="0" h="8139" w="6302">
                  <a:moveTo>
                    <a:pt x="4559" y="1"/>
                  </a:moveTo>
                  <a:cubicBezTo>
                    <a:pt x="4135" y="1"/>
                    <a:pt x="3657" y="140"/>
                    <a:pt x="3151" y="432"/>
                  </a:cubicBezTo>
                  <a:cubicBezTo>
                    <a:pt x="1410" y="1436"/>
                    <a:pt x="1" y="3879"/>
                    <a:pt x="1" y="5889"/>
                  </a:cubicBezTo>
                  <a:cubicBezTo>
                    <a:pt x="1" y="7316"/>
                    <a:pt x="710" y="8139"/>
                    <a:pt x="1743" y="8139"/>
                  </a:cubicBezTo>
                  <a:cubicBezTo>
                    <a:pt x="2167" y="8139"/>
                    <a:pt x="2645" y="8000"/>
                    <a:pt x="3151" y="7709"/>
                  </a:cubicBezTo>
                  <a:cubicBezTo>
                    <a:pt x="4892" y="6702"/>
                    <a:pt x="6301" y="4262"/>
                    <a:pt x="6301" y="2252"/>
                  </a:cubicBezTo>
                  <a:cubicBezTo>
                    <a:pt x="6301" y="826"/>
                    <a:pt x="5592" y="1"/>
                    <a:pt x="455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4785745" y="1839217"/>
              <a:ext cx="162092" cy="238696"/>
            </a:xfrm>
            <a:custGeom>
              <a:rect b="b" l="l" r="r" t="t"/>
              <a:pathLst>
                <a:path extrusionOk="0" h="4917" w="3339">
                  <a:moveTo>
                    <a:pt x="3296" y="1"/>
                  </a:moveTo>
                  <a:cubicBezTo>
                    <a:pt x="3289" y="1"/>
                    <a:pt x="3282" y="3"/>
                    <a:pt x="3274" y="7"/>
                  </a:cubicBezTo>
                  <a:lnTo>
                    <a:pt x="65" y="1857"/>
                  </a:lnTo>
                  <a:cubicBezTo>
                    <a:pt x="29" y="1881"/>
                    <a:pt x="1" y="1942"/>
                    <a:pt x="1" y="2000"/>
                  </a:cubicBezTo>
                  <a:lnTo>
                    <a:pt x="1" y="4843"/>
                  </a:lnTo>
                  <a:cubicBezTo>
                    <a:pt x="1" y="4888"/>
                    <a:pt x="17" y="4916"/>
                    <a:pt x="41" y="4916"/>
                  </a:cubicBezTo>
                  <a:cubicBezTo>
                    <a:pt x="49" y="4916"/>
                    <a:pt x="57" y="4914"/>
                    <a:pt x="65" y="4908"/>
                  </a:cubicBezTo>
                  <a:lnTo>
                    <a:pt x="3274" y="3059"/>
                  </a:lnTo>
                  <a:cubicBezTo>
                    <a:pt x="3308" y="3038"/>
                    <a:pt x="3339" y="2973"/>
                    <a:pt x="3339" y="2915"/>
                  </a:cubicBezTo>
                  <a:lnTo>
                    <a:pt x="3339" y="72"/>
                  </a:lnTo>
                  <a:cubicBezTo>
                    <a:pt x="3339" y="27"/>
                    <a:pt x="3320" y="1"/>
                    <a:pt x="3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4832831" y="1839362"/>
              <a:ext cx="67963" cy="72284"/>
            </a:xfrm>
            <a:custGeom>
              <a:rect b="b" l="l" r="r" t="t"/>
              <a:pathLst>
                <a:path extrusionOk="0" h="1489" w="1400">
                  <a:moveTo>
                    <a:pt x="1355" y="1"/>
                  </a:moveTo>
                  <a:cubicBezTo>
                    <a:pt x="1348" y="1"/>
                    <a:pt x="1340" y="3"/>
                    <a:pt x="1332" y="8"/>
                  </a:cubicBezTo>
                  <a:lnTo>
                    <a:pt x="69" y="737"/>
                  </a:lnTo>
                  <a:cubicBezTo>
                    <a:pt x="31" y="758"/>
                    <a:pt x="1" y="823"/>
                    <a:pt x="1" y="881"/>
                  </a:cubicBezTo>
                  <a:lnTo>
                    <a:pt x="1" y="1417"/>
                  </a:lnTo>
                  <a:cubicBezTo>
                    <a:pt x="1" y="1462"/>
                    <a:pt x="19" y="1489"/>
                    <a:pt x="45" y="1489"/>
                  </a:cubicBezTo>
                  <a:cubicBezTo>
                    <a:pt x="52" y="1489"/>
                    <a:pt x="60" y="1487"/>
                    <a:pt x="69" y="1482"/>
                  </a:cubicBezTo>
                  <a:cubicBezTo>
                    <a:pt x="106" y="1462"/>
                    <a:pt x="136" y="1397"/>
                    <a:pt x="136" y="1339"/>
                  </a:cubicBezTo>
                  <a:lnTo>
                    <a:pt x="136" y="905"/>
                  </a:lnTo>
                  <a:lnTo>
                    <a:pt x="1263" y="257"/>
                  </a:lnTo>
                  <a:lnTo>
                    <a:pt x="1263" y="687"/>
                  </a:lnTo>
                  <a:cubicBezTo>
                    <a:pt x="1263" y="731"/>
                    <a:pt x="1281" y="759"/>
                    <a:pt x="1307" y="759"/>
                  </a:cubicBezTo>
                  <a:cubicBezTo>
                    <a:pt x="1314" y="759"/>
                    <a:pt x="1323" y="757"/>
                    <a:pt x="1332" y="751"/>
                  </a:cubicBezTo>
                  <a:cubicBezTo>
                    <a:pt x="1368" y="731"/>
                    <a:pt x="1400" y="666"/>
                    <a:pt x="1400" y="611"/>
                  </a:cubicBezTo>
                  <a:lnTo>
                    <a:pt x="1400" y="72"/>
                  </a:lnTo>
                  <a:cubicBezTo>
                    <a:pt x="1400" y="27"/>
                    <a:pt x="1381" y="1"/>
                    <a:pt x="135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832831" y="1827761"/>
              <a:ext cx="67963" cy="57866"/>
            </a:xfrm>
            <a:custGeom>
              <a:rect b="b" l="l" r="r" t="t"/>
              <a:pathLst>
                <a:path extrusionOk="0" h="1192" w="1400">
                  <a:moveTo>
                    <a:pt x="1355" y="1"/>
                  </a:moveTo>
                  <a:cubicBezTo>
                    <a:pt x="1348" y="1"/>
                    <a:pt x="1340" y="3"/>
                    <a:pt x="1332" y="7"/>
                  </a:cubicBezTo>
                  <a:lnTo>
                    <a:pt x="69" y="738"/>
                  </a:lnTo>
                  <a:cubicBezTo>
                    <a:pt x="31" y="759"/>
                    <a:pt x="1" y="823"/>
                    <a:pt x="1" y="881"/>
                  </a:cubicBezTo>
                  <a:lnTo>
                    <a:pt x="1" y="1120"/>
                  </a:lnTo>
                  <a:cubicBezTo>
                    <a:pt x="1" y="1163"/>
                    <a:pt x="19" y="1192"/>
                    <a:pt x="46" y="1192"/>
                  </a:cubicBezTo>
                  <a:cubicBezTo>
                    <a:pt x="53" y="1192"/>
                    <a:pt x="61" y="1190"/>
                    <a:pt x="69" y="1185"/>
                  </a:cubicBezTo>
                  <a:lnTo>
                    <a:pt x="1332" y="455"/>
                  </a:lnTo>
                  <a:cubicBezTo>
                    <a:pt x="1368" y="434"/>
                    <a:pt x="1400" y="369"/>
                    <a:pt x="1400" y="311"/>
                  </a:cubicBezTo>
                  <a:lnTo>
                    <a:pt x="1400" y="72"/>
                  </a:lnTo>
                  <a:cubicBezTo>
                    <a:pt x="1400" y="27"/>
                    <a:pt x="1381" y="1"/>
                    <a:pt x="13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842103" y="1919943"/>
              <a:ext cx="49419" cy="41991"/>
            </a:xfrm>
            <a:custGeom>
              <a:rect b="b" l="l" r="r" t="t"/>
              <a:pathLst>
                <a:path extrusionOk="0" h="865" w="1018">
                  <a:moveTo>
                    <a:pt x="984" y="1"/>
                  </a:moveTo>
                  <a:cubicBezTo>
                    <a:pt x="978" y="1"/>
                    <a:pt x="972" y="2"/>
                    <a:pt x="966" y="6"/>
                  </a:cubicBezTo>
                  <a:lnTo>
                    <a:pt x="51" y="535"/>
                  </a:lnTo>
                  <a:cubicBezTo>
                    <a:pt x="24" y="552"/>
                    <a:pt x="0" y="597"/>
                    <a:pt x="0" y="638"/>
                  </a:cubicBezTo>
                  <a:lnTo>
                    <a:pt x="0" y="812"/>
                  </a:lnTo>
                  <a:cubicBezTo>
                    <a:pt x="0" y="843"/>
                    <a:pt x="15" y="865"/>
                    <a:pt x="34" y="865"/>
                  </a:cubicBezTo>
                  <a:cubicBezTo>
                    <a:pt x="39" y="865"/>
                    <a:pt x="45" y="863"/>
                    <a:pt x="51" y="859"/>
                  </a:cubicBezTo>
                  <a:lnTo>
                    <a:pt x="966" y="331"/>
                  </a:lnTo>
                  <a:cubicBezTo>
                    <a:pt x="993" y="313"/>
                    <a:pt x="1018" y="269"/>
                    <a:pt x="1018" y="228"/>
                  </a:cubicBezTo>
                  <a:lnTo>
                    <a:pt x="1018" y="54"/>
                  </a:lnTo>
                  <a:cubicBezTo>
                    <a:pt x="1018" y="22"/>
                    <a:pt x="1003" y="1"/>
                    <a:pt x="98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654678" y="1151224"/>
              <a:ext cx="323504" cy="417196"/>
            </a:xfrm>
            <a:custGeom>
              <a:rect b="b" l="l" r="r" t="t"/>
              <a:pathLst>
                <a:path extrusionOk="0" h="8594" w="6664">
                  <a:moveTo>
                    <a:pt x="4555" y="1"/>
                  </a:moveTo>
                  <a:cubicBezTo>
                    <a:pt x="4132" y="1"/>
                    <a:pt x="3656" y="138"/>
                    <a:pt x="3151" y="429"/>
                  </a:cubicBezTo>
                  <a:cubicBezTo>
                    <a:pt x="1411" y="1436"/>
                    <a:pt x="1" y="3876"/>
                    <a:pt x="1" y="5887"/>
                  </a:cubicBezTo>
                  <a:cubicBezTo>
                    <a:pt x="1" y="6890"/>
                    <a:pt x="353" y="7596"/>
                    <a:pt x="919" y="7924"/>
                  </a:cubicBezTo>
                  <a:lnTo>
                    <a:pt x="922" y="7927"/>
                  </a:lnTo>
                  <a:lnTo>
                    <a:pt x="2090" y="8593"/>
                  </a:lnTo>
                  <a:lnTo>
                    <a:pt x="2370" y="8125"/>
                  </a:lnTo>
                  <a:cubicBezTo>
                    <a:pt x="2656" y="8061"/>
                    <a:pt x="2957" y="7958"/>
                    <a:pt x="3274" y="7774"/>
                  </a:cubicBezTo>
                  <a:cubicBezTo>
                    <a:pt x="5011" y="6771"/>
                    <a:pt x="6424" y="4326"/>
                    <a:pt x="6424" y="2316"/>
                  </a:cubicBezTo>
                  <a:cubicBezTo>
                    <a:pt x="6424" y="2020"/>
                    <a:pt x="6383" y="1757"/>
                    <a:pt x="6325" y="1514"/>
                  </a:cubicBezTo>
                  <a:lnTo>
                    <a:pt x="6664" y="947"/>
                  </a:lnTo>
                  <a:lnTo>
                    <a:pt x="5380" y="210"/>
                  </a:lnTo>
                  <a:lnTo>
                    <a:pt x="5380" y="207"/>
                  </a:lnTo>
                  <a:lnTo>
                    <a:pt x="5366" y="200"/>
                  </a:lnTo>
                  <a:lnTo>
                    <a:pt x="5366" y="204"/>
                  </a:lnTo>
                  <a:cubicBezTo>
                    <a:pt x="5129" y="70"/>
                    <a:pt x="4856" y="1"/>
                    <a:pt x="4555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654678" y="1276075"/>
              <a:ext cx="272823" cy="292338"/>
            </a:xfrm>
            <a:custGeom>
              <a:rect b="b" l="l" r="r" t="t"/>
              <a:pathLst>
                <a:path extrusionOk="0" h="6022" w="5620">
                  <a:moveTo>
                    <a:pt x="1049" y="1"/>
                  </a:moveTo>
                  <a:cubicBezTo>
                    <a:pt x="404" y="1038"/>
                    <a:pt x="1" y="2239"/>
                    <a:pt x="1" y="3315"/>
                  </a:cubicBezTo>
                  <a:cubicBezTo>
                    <a:pt x="1" y="4318"/>
                    <a:pt x="353" y="5024"/>
                    <a:pt x="919" y="5352"/>
                  </a:cubicBezTo>
                  <a:lnTo>
                    <a:pt x="922" y="5355"/>
                  </a:lnTo>
                  <a:lnTo>
                    <a:pt x="2090" y="6021"/>
                  </a:lnTo>
                  <a:lnTo>
                    <a:pt x="2370" y="5557"/>
                  </a:lnTo>
                  <a:cubicBezTo>
                    <a:pt x="2656" y="5489"/>
                    <a:pt x="2957" y="5386"/>
                    <a:pt x="3274" y="5202"/>
                  </a:cubicBezTo>
                  <a:cubicBezTo>
                    <a:pt x="4206" y="4666"/>
                    <a:pt x="5043" y="3714"/>
                    <a:pt x="5619" y="2639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705600" y="1151224"/>
              <a:ext cx="272580" cy="252968"/>
            </a:xfrm>
            <a:custGeom>
              <a:rect b="b" l="l" r="r" t="t"/>
              <a:pathLst>
                <a:path extrusionOk="0" h="5211" w="5615">
                  <a:moveTo>
                    <a:pt x="3506" y="1"/>
                  </a:moveTo>
                  <a:cubicBezTo>
                    <a:pt x="3083" y="1"/>
                    <a:pt x="2607" y="138"/>
                    <a:pt x="2102" y="429"/>
                  </a:cubicBezTo>
                  <a:cubicBezTo>
                    <a:pt x="1294" y="897"/>
                    <a:pt x="557" y="1675"/>
                    <a:pt x="0" y="2573"/>
                  </a:cubicBezTo>
                  <a:lnTo>
                    <a:pt x="4570" y="5211"/>
                  </a:lnTo>
                  <a:cubicBezTo>
                    <a:pt x="5071" y="4279"/>
                    <a:pt x="5375" y="3252"/>
                    <a:pt x="5375" y="2316"/>
                  </a:cubicBezTo>
                  <a:cubicBezTo>
                    <a:pt x="5375" y="2020"/>
                    <a:pt x="5334" y="1757"/>
                    <a:pt x="5276" y="1511"/>
                  </a:cubicBezTo>
                  <a:lnTo>
                    <a:pt x="5615" y="947"/>
                  </a:lnTo>
                  <a:lnTo>
                    <a:pt x="4331" y="210"/>
                  </a:lnTo>
                  <a:lnTo>
                    <a:pt x="4317" y="200"/>
                  </a:lnTo>
                  <a:lnTo>
                    <a:pt x="4317" y="204"/>
                  </a:lnTo>
                  <a:cubicBezTo>
                    <a:pt x="4080" y="70"/>
                    <a:pt x="3807" y="1"/>
                    <a:pt x="3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713852" y="1185107"/>
              <a:ext cx="305931" cy="395059"/>
            </a:xfrm>
            <a:custGeom>
              <a:rect b="b" l="l" r="r" t="t"/>
              <a:pathLst>
                <a:path extrusionOk="0" h="8138" w="6302">
                  <a:moveTo>
                    <a:pt x="4558" y="1"/>
                  </a:moveTo>
                  <a:cubicBezTo>
                    <a:pt x="4135" y="1"/>
                    <a:pt x="3657" y="139"/>
                    <a:pt x="3151" y="430"/>
                  </a:cubicBezTo>
                  <a:cubicBezTo>
                    <a:pt x="1410" y="1434"/>
                    <a:pt x="1" y="3878"/>
                    <a:pt x="1" y="5888"/>
                  </a:cubicBezTo>
                  <a:cubicBezTo>
                    <a:pt x="1" y="7314"/>
                    <a:pt x="710" y="8137"/>
                    <a:pt x="1744" y="8137"/>
                  </a:cubicBezTo>
                  <a:cubicBezTo>
                    <a:pt x="2167" y="8137"/>
                    <a:pt x="2645" y="7999"/>
                    <a:pt x="3151" y="7708"/>
                  </a:cubicBezTo>
                  <a:cubicBezTo>
                    <a:pt x="4892" y="6704"/>
                    <a:pt x="6301" y="4260"/>
                    <a:pt x="6301" y="2250"/>
                  </a:cubicBezTo>
                  <a:cubicBezTo>
                    <a:pt x="6301" y="824"/>
                    <a:pt x="5592" y="1"/>
                    <a:pt x="455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810744" y="1303162"/>
              <a:ext cx="52283" cy="85973"/>
            </a:xfrm>
            <a:custGeom>
              <a:rect b="b" l="l" r="r" t="t"/>
              <a:pathLst>
                <a:path extrusionOk="0" h="1771" w="1077">
                  <a:moveTo>
                    <a:pt x="726" y="1"/>
                  </a:moveTo>
                  <a:cubicBezTo>
                    <a:pt x="667" y="1"/>
                    <a:pt x="604" y="19"/>
                    <a:pt x="537" y="57"/>
                  </a:cubicBezTo>
                  <a:cubicBezTo>
                    <a:pt x="240" y="231"/>
                    <a:pt x="1" y="739"/>
                    <a:pt x="1" y="1196"/>
                  </a:cubicBezTo>
                  <a:cubicBezTo>
                    <a:pt x="1" y="1551"/>
                    <a:pt x="144" y="1770"/>
                    <a:pt x="347" y="1770"/>
                  </a:cubicBezTo>
                  <a:cubicBezTo>
                    <a:pt x="406" y="1770"/>
                    <a:pt x="470" y="1752"/>
                    <a:pt x="537" y="1712"/>
                  </a:cubicBezTo>
                  <a:cubicBezTo>
                    <a:pt x="834" y="1541"/>
                    <a:pt x="1076" y="1033"/>
                    <a:pt x="1076" y="575"/>
                  </a:cubicBezTo>
                  <a:cubicBezTo>
                    <a:pt x="1076" y="220"/>
                    <a:pt x="930" y="1"/>
                    <a:pt x="7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787249" y="1385636"/>
              <a:ext cx="95973" cy="142965"/>
            </a:xfrm>
            <a:custGeom>
              <a:rect b="b" l="l" r="r" t="t"/>
              <a:pathLst>
                <a:path extrusionOk="0" h="2945" w="1977">
                  <a:moveTo>
                    <a:pt x="1424" y="1"/>
                  </a:moveTo>
                  <a:cubicBezTo>
                    <a:pt x="1347" y="1"/>
                    <a:pt x="1264" y="25"/>
                    <a:pt x="1178" y="75"/>
                  </a:cubicBezTo>
                  <a:lnTo>
                    <a:pt x="796" y="293"/>
                  </a:lnTo>
                  <a:cubicBezTo>
                    <a:pt x="448" y="497"/>
                    <a:pt x="151" y="1068"/>
                    <a:pt x="106" y="1631"/>
                  </a:cubicBezTo>
                  <a:lnTo>
                    <a:pt x="1" y="2945"/>
                  </a:lnTo>
                  <a:lnTo>
                    <a:pt x="1977" y="1802"/>
                  </a:lnTo>
                  <a:lnTo>
                    <a:pt x="1871" y="611"/>
                  </a:lnTo>
                  <a:cubicBezTo>
                    <a:pt x="1837" y="227"/>
                    <a:pt x="1660" y="1"/>
                    <a:pt x="14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4873753" y="1236707"/>
              <a:ext cx="52234" cy="85876"/>
            </a:xfrm>
            <a:custGeom>
              <a:rect b="b" l="l" r="r" t="t"/>
              <a:pathLst>
                <a:path extrusionOk="0" h="1769" w="1076">
                  <a:moveTo>
                    <a:pt x="729" y="1"/>
                  </a:moveTo>
                  <a:cubicBezTo>
                    <a:pt x="670" y="1"/>
                    <a:pt x="606" y="19"/>
                    <a:pt x="539" y="57"/>
                  </a:cubicBezTo>
                  <a:cubicBezTo>
                    <a:pt x="243" y="228"/>
                    <a:pt x="0" y="736"/>
                    <a:pt x="0" y="1193"/>
                  </a:cubicBezTo>
                  <a:cubicBezTo>
                    <a:pt x="0" y="1549"/>
                    <a:pt x="147" y="1769"/>
                    <a:pt x="351" y="1769"/>
                  </a:cubicBezTo>
                  <a:cubicBezTo>
                    <a:pt x="410" y="1769"/>
                    <a:pt x="473" y="1751"/>
                    <a:pt x="539" y="1713"/>
                  </a:cubicBezTo>
                  <a:cubicBezTo>
                    <a:pt x="837" y="1541"/>
                    <a:pt x="1075" y="1029"/>
                    <a:pt x="1075" y="572"/>
                  </a:cubicBezTo>
                  <a:cubicBezTo>
                    <a:pt x="1075" y="218"/>
                    <a:pt x="932" y="1"/>
                    <a:pt x="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4860307" y="1319084"/>
              <a:ext cx="86070" cy="121557"/>
            </a:xfrm>
            <a:custGeom>
              <a:rect b="b" l="l" r="r" t="t"/>
              <a:pathLst>
                <a:path extrusionOk="0" h="2504" w="1773">
                  <a:moveTo>
                    <a:pt x="1219" y="1"/>
                  </a:moveTo>
                  <a:cubicBezTo>
                    <a:pt x="1142" y="1"/>
                    <a:pt x="1060" y="24"/>
                    <a:pt x="974" y="74"/>
                  </a:cubicBezTo>
                  <a:lnTo>
                    <a:pt x="591" y="295"/>
                  </a:lnTo>
                  <a:cubicBezTo>
                    <a:pt x="345" y="438"/>
                    <a:pt x="123" y="766"/>
                    <a:pt x="1" y="1145"/>
                  </a:cubicBezTo>
                  <a:cubicBezTo>
                    <a:pt x="267" y="1166"/>
                    <a:pt x="465" y="1432"/>
                    <a:pt x="506" y="1872"/>
                  </a:cubicBezTo>
                  <a:lnTo>
                    <a:pt x="561" y="2503"/>
                  </a:lnTo>
                  <a:lnTo>
                    <a:pt x="1772" y="1804"/>
                  </a:lnTo>
                  <a:lnTo>
                    <a:pt x="1667" y="609"/>
                  </a:lnTo>
                  <a:cubicBezTo>
                    <a:pt x="1633" y="225"/>
                    <a:pt x="1455" y="1"/>
                    <a:pt x="1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2404125" y="3297385"/>
              <a:ext cx="978619" cy="698077"/>
            </a:xfrm>
            <a:custGeom>
              <a:rect b="b" l="l" r="r" t="t"/>
              <a:pathLst>
                <a:path extrusionOk="0" h="14380" w="20159">
                  <a:moveTo>
                    <a:pt x="10080" y="975"/>
                  </a:moveTo>
                  <a:cubicBezTo>
                    <a:pt x="12605" y="975"/>
                    <a:pt x="14964" y="1535"/>
                    <a:pt x="16721" y="2549"/>
                  </a:cubicBezTo>
                  <a:cubicBezTo>
                    <a:pt x="18308" y="3466"/>
                    <a:pt x="19185" y="4627"/>
                    <a:pt x="19185" y="5818"/>
                  </a:cubicBezTo>
                  <a:cubicBezTo>
                    <a:pt x="19185" y="7009"/>
                    <a:pt x="18308" y="8170"/>
                    <a:pt x="16721" y="9088"/>
                  </a:cubicBezTo>
                  <a:cubicBezTo>
                    <a:pt x="14964" y="10105"/>
                    <a:pt x="12605" y="10661"/>
                    <a:pt x="10080" y="10661"/>
                  </a:cubicBezTo>
                  <a:cubicBezTo>
                    <a:pt x="7557" y="10661"/>
                    <a:pt x="5199" y="10105"/>
                    <a:pt x="3441" y="9088"/>
                  </a:cubicBezTo>
                  <a:cubicBezTo>
                    <a:pt x="1851" y="8170"/>
                    <a:pt x="977" y="7009"/>
                    <a:pt x="977" y="5818"/>
                  </a:cubicBezTo>
                  <a:cubicBezTo>
                    <a:pt x="977" y="4627"/>
                    <a:pt x="1851" y="3466"/>
                    <a:pt x="3441" y="2549"/>
                  </a:cubicBezTo>
                  <a:cubicBezTo>
                    <a:pt x="5199" y="1535"/>
                    <a:pt x="7557" y="975"/>
                    <a:pt x="10080" y="975"/>
                  </a:cubicBezTo>
                  <a:close/>
                  <a:moveTo>
                    <a:pt x="10080" y="0"/>
                  </a:moveTo>
                  <a:cubicBezTo>
                    <a:pt x="7500" y="0"/>
                    <a:pt x="4921" y="569"/>
                    <a:pt x="2954" y="1705"/>
                  </a:cubicBezTo>
                  <a:cubicBezTo>
                    <a:pt x="988" y="2839"/>
                    <a:pt x="1" y="4330"/>
                    <a:pt x="1" y="5818"/>
                  </a:cubicBezTo>
                  <a:lnTo>
                    <a:pt x="1" y="8562"/>
                  </a:lnTo>
                  <a:cubicBezTo>
                    <a:pt x="1" y="10050"/>
                    <a:pt x="988" y="11539"/>
                    <a:pt x="2954" y="12675"/>
                  </a:cubicBezTo>
                  <a:cubicBezTo>
                    <a:pt x="4921" y="13811"/>
                    <a:pt x="7500" y="14379"/>
                    <a:pt x="10080" y="14379"/>
                  </a:cubicBezTo>
                  <a:cubicBezTo>
                    <a:pt x="12659" y="14379"/>
                    <a:pt x="15238" y="13811"/>
                    <a:pt x="17206" y="12675"/>
                  </a:cubicBezTo>
                  <a:cubicBezTo>
                    <a:pt x="19176" y="11539"/>
                    <a:pt x="20158" y="10050"/>
                    <a:pt x="20158" y="8562"/>
                  </a:cubicBezTo>
                  <a:lnTo>
                    <a:pt x="20158" y="5818"/>
                  </a:lnTo>
                  <a:cubicBezTo>
                    <a:pt x="20158" y="4330"/>
                    <a:pt x="19176" y="2839"/>
                    <a:pt x="17206" y="1705"/>
                  </a:cubicBezTo>
                  <a:cubicBezTo>
                    <a:pt x="15238" y="569"/>
                    <a:pt x="12659" y="0"/>
                    <a:pt x="100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2404319" y="3380150"/>
              <a:ext cx="143208" cy="192578"/>
            </a:xfrm>
            <a:custGeom>
              <a:rect b="b" l="l" r="r" t="t"/>
              <a:pathLst>
                <a:path extrusionOk="0" h="3967" w="2950">
                  <a:moveTo>
                    <a:pt x="2950" y="0"/>
                  </a:moveTo>
                  <a:cubicBezTo>
                    <a:pt x="1619" y="766"/>
                    <a:pt x="738" y="1695"/>
                    <a:pt x="307" y="2677"/>
                  </a:cubicBezTo>
                  <a:lnTo>
                    <a:pt x="307" y="2677"/>
                  </a:lnTo>
                  <a:cubicBezTo>
                    <a:pt x="739" y="1695"/>
                    <a:pt x="1621" y="766"/>
                    <a:pt x="2950" y="0"/>
                  </a:cubicBezTo>
                  <a:close/>
                  <a:moveTo>
                    <a:pt x="307" y="2677"/>
                  </a:moveTo>
                  <a:lnTo>
                    <a:pt x="307" y="2677"/>
                  </a:lnTo>
                  <a:cubicBezTo>
                    <a:pt x="229" y="2855"/>
                    <a:pt x="165" y="3034"/>
                    <a:pt x="116" y="3215"/>
                  </a:cubicBezTo>
                  <a:cubicBezTo>
                    <a:pt x="114" y="3226"/>
                    <a:pt x="111" y="3237"/>
                    <a:pt x="109" y="3248"/>
                  </a:cubicBezTo>
                  <a:lnTo>
                    <a:pt x="109" y="3248"/>
                  </a:lnTo>
                  <a:cubicBezTo>
                    <a:pt x="158" y="3056"/>
                    <a:pt x="224" y="2865"/>
                    <a:pt x="307" y="2677"/>
                  </a:cubicBezTo>
                  <a:close/>
                  <a:moveTo>
                    <a:pt x="109" y="3248"/>
                  </a:moveTo>
                  <a:cubicBezTo>
                    <a:pt x="93" y="3309"/>
                    <a:pt x="79" y="3371"/>
                    <a:pt x="66" y="3433"/>
                  </a:cubicBezTo>
                  <a:lnTo>
                    <a:pt x="66" y="3433"/>
                  </a:lnTo>
                  <a:cubicBezTo>
                    <a:pt x="78" y="3374"/>
                    <a:pt x="92" y="3315"/>
                    <a:pt x="107" y="3256"/>
                  </a:cubicBezTo>
                  <a:cubicBezTo>
                    <a:pt x="107" y="3253"/>
                    <a:pt x="108" y="3250"/>
                    <a:pt x="109" y="3248"/>
                  </a:cubicBezTo>
                  <a:close/>
                  <a:moveTo>
                    <a:pt x="66" y="3433"/>
                  </a:moveTo>
                  <a:lnTo>
                    <a:pt x="66" y="3433"/>
                  </a:lnTo>
                  <a:cubicBezTo>
                    <a:pt x="63" y="3446"/>
                    <a:pt x="61" y="3459"/>
                    <a:pt x="58" y="3471"/>
                  </a:cubicBezTo>
                  <a:cubicBezTo>
                    <a:pt x="56" y="3486"/>
                    <a:pt x="53" y="3500"/>
                    <a:pt x="50" y="3515"/>
                  </a:cubicBezTo>
                  <a:lnTo>
                    <a:pt x="50" y="3515"/>
                  </a:lnTo>
                  <a:cubicBezTo>
                    <a:pt x="55" y="3488"/>
                    <a:pt x="61" y="3460"/>
                    <a:pt x="66" y="3433"/>
                  </a:cubicBezTo>
                  <a:close/>
                  <a:moveTo>
                    <a:pt x="50" y="3515"/>
                  </a:moveTo>
                  <a:lnTo>
                    <a:pt x="50" y="3515"/>
                  </a:lnTo>
                  <a:cubicBezTo>
                    <a:pt x="34" y="3609"/>
                    <a:pt x="21" y="3704"/>
                    <a:pt x="12" y="3798"/>
                  </a:cubicBezTo>
                  <a:lnTo>
                    <a:pt x="12" y="3798"/>
                  </a:lnTo>
                  <a:cubicBezTo>
                    <a:pt x="21" y="3704"/>
                    <a:pt x="34" y="3609"/>
                    <a:pt x="50" y="3515"/>
                  </a:cubicBezTo>
                  <a:close/>
                  <a:moveTo>
                    <a:pt x="12" y="3798"/>
                  </a:moveTo>
                  <a:lnTo>
                    <a:pt x="12" y="3798"/>
                  </a:lnTo>
                  <a:cubicBezTo>
                    <a:pt x="7" y="3855"/>
                    <a:pt x="3" y="3911"/>
                    <a:pt x="1" y="3966"/>
                  </a:cubicBezTo>
                  <a:cubicBezTo>
                    <a:pt x="3" y="3910"/>
                    <a:pt x="7" y="3854"/>
                    <a:pt x="12" y="37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2893439" y="3646357"/>
              <a:ext cx="422973" cy="168597"/>
            </a:xfrm>
            <a:custGeom>
              <a:rect b="b" l="l" r="r" t="t"/>
              <a:pathLst>
                <a:path extrusionOk="0" h="3473" w="8713">
                  <a:moveTo>
                    <a:pt x="8713" y="1"/>
                  </a:moveTo>
                  <a:cubicBezTo>
                    <a:pt x="8688" y="44"/>
                    <a:pt x="8662" y="87"/>
                    <a:pt x="8634" y="129"/>
                  </a:cubicBezTo>
                  <a:lnTo>
                    <a:pt x="8634" y="129"/>
                  </a:lnTo>
                  <a:cubicBezTo>
                    <a:pt x="8662" y="87"/>
                    <a:pt x="8688" y="44"/>
                    <a:pt x="8713" y="1"/>
                  </a:cubicBezTo>
                  <a:close/>
                  <a:moveTo>
                    <a:pt x="8634" y="129"/>
                  </a:moveTo>
                  <a:lnTo>
                    <a:pt x="8634" y="129"/>
                  </a:lnTo>
                  <a:cubicBezTo>
                    <a:pt x="8252" y="724"/>
                    <a:pt x="7645" y="1286"/>
                    <a:pt x="6836" y="1782"/>
                  </a:cubicBezTo>
                  <a:cubicBezTo>
                    <a:pt x="6832" y="1786"/>
                    <a:pt x="6829" y="1786"/>
                    <a:pt x="6829" y="1786"/>
                  </a:cubicBezTo>
                  <a:cubicBezTo>
                    <a:pt x="6829" y="1787"/>
                    <a:pt x="6829" y="1787"/>
                    <a:pt x="6829" y="1788"/>
                  </a:cubicBezTo>
                  <a:lnTo>
                    <a:pt x="6829" y="1788"/>
                  </a:lnTo>
                  <a:cubicBezTo>
                    <a:pt x="7640" y="1292"/>
                    <a:pt x="8250" y="726"/>
                    <a:pt x="8634" y="129"/>
                  </a:cubicBezTo>
                  <a:close/>
                  <a:moveTo>
                    <a:pt x="6829" y="1788"/>
                  </a:moveTo>
                  <a:cubicBezTo>
                    <a:pt x="6828" y="1788"/>
                    <a:pt x="6826" y="1789"/>
                    <a:pt x="6825" y="1790"/>
                  </a:cubicBezTo>
                  <a:lnTo>
                    <a:pt x="6825" y="1790"/>
                  </a:lnTo>
                  <a:cubicBezTo>
                    <a:pt x="6826" y="1790"/>
                    <a:pt x="6826" y="1790"/>
                    <a:pt x="6826" y="1790"/>
                  </a:cubicBezTo>
                  <a:cubicBezTo>
                    <a:pt x="6826" y="1790"/>
                    <a:pt x="6828" y="1790"/>
                    <a:pt x="6829" y="1788"/>
                  </a:cubicBezTo>
                  <a:close/>
                  <a:moveTo>
                    <a:pt x="6825" y="1790"/>
                  </a:moveTo>
                  <a:cubicBezTo>
                    <a:pt x="6825" y="1790"/>
                    <a:pt x="6824" y="1790"/>
                    <a:pt x="6823" y="1791"/>
                  </a:cubicBezTo>
                  <a:lnTo>
                    <a:pt x="6823" y="1791"/>
                  </a:lnTo>
                  <a:cubicBezTo>
                    <a:pt x="6824" y="1791"/>
                    <a:pt x="6824" y="1790"/>
                    <a:pt x="6825" y="1790"/>
                  </a:cubicBezTo>
                  <a:close/>
                  <a:moveTo>
                    <a:pt x="6823" y="1791"/>
                  </a:moveTo>
                  <a:lnTo>
                    <a:pt x="6823" y="1791"/>
                  </a:lnTo>
                  <a:cubicBezTo>
                    <a:pt x="6822" y="1792"/>
                    <a:pt x="6821" y="1793"/>
                    <a:pt x="6819" y="1793"/>
                  </a:cubicBezTo>
                  <a:lnTo>
                    <a:pt x="6819" y="1793"/>
                  </a:lnTo>
                  <a:cubicBezTo>
                    <a:pt x="6820" y="1793"/>
                    <a:pt x="6821" y="1793"/>
                    <a:pt x="6823" y="1793"/>
                  </a:cubicBezTo>
                  <a:cubicBezTo>
                    <a:pt x="6823" y="1792"/>
                    <a:pt x="6823" y="1792"/>
                    <a:pt x="6823" y="1791"/>
                  </a:cubicBezTo>
                  <a:close/>
                  <a:moveTo>
                    <a:pt x="6819" y="1793"/>
                  </a:moveTo>
                  <a:lnTo>
                    <a:pt x="6819" y="1793"/>
                  </a:lnTo>
                  <a:cubicBezTo>
                    <a:pt x="6819" y="1794"/>
                    <a:pt x="6818" y="1794"/>
                    <a:pt x="6817" y="1795"/>
                  </a:cubicBezTo>
                  <a:lnTo>
                    <a:pt x="6817" y="1795"/>
                  </a:lnTo>
                  <a:cubicBezTo>
                    <a:pt x="6818" y="1794"/>
                    <a:pt x="6819" y="1794"/>
                    <a:pt x="6819" y="1793"/>
                  </a:cubicBezTo>
                  <a:close/>
                  <a:moveTo>
                    <a:pt x="6817" y="1795"/>
                  </a:moveTo>
                  <a:cubicBezTo>
                    <a:pt x="6816" y="1795"/>
                    <a:pt x="6815" y="1796"/>
                    <a:pt x="6815" y="1796"/>
                  </a:cubicBezTo>
                  <a:lnTo>
                    <a:pt x="6815" y="1796"/>
                  </a:lnTo>
                  <a:cubicBezTo>
                    <a:pt x="6816" y="1796"/>
                    <a:pt x="6817" y="1795"/>
                    <a:pt x="6817" y="1795"/>
                  </a:cubicBezTo>
                  <a:close/>
                  <a:moveTo>
                    <a:pt x="6812" y="1796"/>
                  </a:moveTo>
                  <a:lnTo>
                    <a:pt x="6808" y="1800"/>
                  </a:lnTo>
                  <a:lnTo>
                    <a:pt x="6808" y="1800"/>
                  </a:lnTo>
                  <a:cubicBezTo>
                    <a:pt x="6810" y="1799"/>
                    <a:pt x="6812" y="1798"/>
                    <a:pt x="6815" y="1796"/>
                  </a:cubicBezTo>
                  <a:close/>
                  <a:moveTo>
                    <a:pt x="6808" y="1800"/>
                  </a:moveTo>
                  <a:cubicBezTo>
                    <a:pt x="6806" y="1801"/>
                    <a:pt x="6805" y="1802"/>
                    <a:pt x="6804" y="1803"/>
                  </a:cubicBezTo>
                  <a:lnTo>
                    <a:pt x="6805" y="1803"/>
                  </a:lnTo>
                  <a:lnTo>
                    <a:pt x="6808" y="1800"/>
                  </a:lnTo>
                  <a:close/>
                  <a:moveTo>
                    <a:pt x="6802" y="1803"/>
                  </a:moveTo>
                  <a:cubicBezTo>
                    <a:pt x="6802" y="1803"/>
                    <a:pt x="6799" y="1806"/>
                    <a:pt x="6795" y="1806"/>
                  </a:cubicBezTo>
                  <a:lnTo>
                    <a:pt x="6795" y="1808"/>
                  </a:lnTo>
                  <a:lnTo>
                    <a:pt x="6795" y="1808"/>
                  </a:lnTo>
                  <a:cubicBezTo>
                    <a:pt x="6798" y="1807"/>
                    <a:pt x="6801" y="1805"/>
                    <a:pt x="6804" y="1803"/>
                  </a:cubicBezTo>
                  <a:close/>
                  <a:moveTo>
                    <a:pt x="6795" y="1808"/>
                  </a:moveTo>
                  <a:cubicBezTo>
                    <a:pt x="6794" y="1809"/>
                    <a:pt x="6792" y="1810"/>
                    <a:pt x="6791" y="1810"/>
                  </a:cubicBezTo>
                  <a:lnTo>
                    <a:pt x="6791" y="1810"/>
                  </a:lnTo>
                  <a:cubicBezTo>
                    <a:pt x="6792" y="1810"/>
                    <a:pt x="6793" y="1810"/>
                    <a:pt x="6795" y="1810"/>
                  </a:cubicBezTo>
                  <a:lnTo>
                    <a:pt x="6795" y="1808"/>
                  </a:lnTo>
                  <a:close/>
                  <a:moveTo>
                    <a:pt x="6791" y="1810"/>
                  </a:moveTo>
                  <a:lnTo>
                    <a:pt x="6791" y="1810"/>
                  </a:lnTo>
                  <a:cubicBezTo>
                    <a:pt x="6790" y="1811"/>
                    <a:pt x="6789" y="1811"/>
                    <a:pt x="6788" y="1812"/>
                  </a:cubicBezTo>
                  <a:lnTo>
                    <a:pt x="6788" y="1812"/>
                  </a:lnTo>
                  <a:cubicBezTo>
                    <a:pt x="6789" y="1812"/>
                    <a:pt x="6790" y="1811"/>
                    <a:pt x="6791" y="1810"/>
                  </a:cubicBezTo>
                  <a:close/>
                  <a:moveTo>
                    <a:pt x="6788" y="1812"/>
                  </a:moveTo>
                  <a:lnTo>
                    <a:pt x="6788" y="1812"/>
                  </a:lnTo>
                  <a:cubicBezTo>
                    <a:pt x="6788" y="1813"/>
                    <a:pt x="6787" y="1813"/>
                    <a:pt x="6786" y="1814"/>
                  </a:cubicBezTo>
                  <a:lnTo>
                    <a:pt x="6788" y="1814"/>
                  </a:lnTo>
                  <a:cubicBezTo>
                    <a:pt x="6788" y="1813"/>
                    <a:pt x="6788" y="1813"/>
                    <a:pt x="6788" y="1812"/>
                  </a:cubicBezTo>
                  <a:close/>
                  <a:moveTo>
                    <a:pt x="6785" y="1814"/>
                  </a:moveTo>
                  <a:cubicBezTo>
                    <a:pt x="6770" y="1823"/>
                    <a:pt x="6755" y="1832"/>
                    <a:pt x="6740" y="1841"/>
                  </a:cubicBezTo>
                  <a:lnTo>
                    <a:pt x="6740" y="1841"/>
                  </a:lnTo>
                  <a:cubicBezTo>
                    <a:pt x="6755" y="1832"/>
                    <a:pt x="6771" y="1823"/>
                    <a:pt x="6786" y="1814"/>
                  </a:cubicBezTo>
                  <a:close/>
                  <a:moveTo>
                    <a:pt x="6740" y="1841"/>
                  </a:moveTo>
                  <a:lnTo>
                    <a:pt x="6740" y="1841"/>
                  </a:lnTo>
                  <a:cubicBezTo>
                    <a:pt x="6715" y="1856"/>
                    <a:pt x="6690" y="1870"/>
                    <a:pt x="6666" y="1885"/>
                  </a:cubicBezTo>
                  <a:lnTo>
                    <a:pt x="6669" y="1885"/>
                  </a:lnTo>
                  <a:cubicBezTo>
                    <a:pt x="6691" y="1870"/>
                    <a:pt x="6716" y="1856"/>
                    <a:pt x="6740" y="1841"/>
                  </a:cubicBezTo>
                  <a:close/>
                  <a:moveTo>
                    <a:pt x="6665" y="1885"/>
                  </a:moveTo>
                  <a:cubicBezTo>
                    <a:pt x="6665" y="1885"/>
                    <a:pt x="6665" y="1885"/>
                    <a:pt x="6665" y="1885"/>
                  </a:cubicBezTo>
                  <a:lnTo>
                    <a:pt x="6665" y="1885"/>
                  </a:lnTo>
                  <a:cubicBezTo>
                    <a:pt x="6665" y="1885"/>
                    <a:pt x="6665" y="1885"/>
                    <a:pt x="6666" y="1885"/>
                  </a:cubicBezTo>
                  <a:close/>
                  <a:moveTo>
                    <a:pt x="6665" y="1885"/>
                  </a:moveTo>
                  <a:cubicBezTo>
                    <a:pt x="6663" y="1886"/>
                    <a:pt x="6662" y="1887"/>
                    <a:pt x="6660" y="1888"/>
                  </a:cubicBezTo>
                  <a:lnTo>
                    <a:pt x="6660" y="1888"/>
                  </a:lnTo>
                  <a:cubicBezTo>
                    <a:pt x="6662" y="1887"/>
                    <a:pt x="6664" y="1886"/>
                    <a:pt x="6665" y="1885"/>
                  </a:cubicBezTo>
                  <a:close/>
                  <a:moveTo>
                    <a:pt x="6660" y="1888"/>
                  </a:moveTo>
                  <a:cubicBezTo>
                    <a:pt x="6660" y="1888"/>
                    <a:pt x="6659" y="1888"/>
                    <a:pt x="6659" y="1888"/>
                  </a:cubicBezTo>
                  <a:cubicBezTo>
                    <a:pt x="6658" y="1889"/>
                    <a:pt x="6658" y="1889"/>
                    <a:pt x="6657" y="1890"/>
                  </a:cubicBezTo>
                  <a:lnTo>
                    <a:pt x="6657" y="1890"/>
                  </a:lnTo>
                  <a:cubicBezTo>
                    <a:pt x="6658" y="1889"/>
                    <a:pt x="6659" y="1888"/>
                    <a:pt x="6660" y="1888"/>
                  </a:cubicBezTo>
                  <a:close/>
                  <a:moveTo>
                    <a:pt x="6657" y="1890"/>
                  </a:moveTo>
                  <a:lnTo>
                    <a:pt x="6657" y="1890"/>
                  </a:lnTo>
                  <a:cubicBezTo>
                    <a:pt x="6654" y="1892"/>
                    <a:pt x="6650" y="1894"/>
                    <a:pt x="6647" y="1896"/>
                  </a:cubicBezTo>
                  <a:lnTo>
                    <a:pt x="6647" y="1896"/>
                  </a:lnTo>
                  <a:cubicBezTo>
                    <a:pt x="6647" y="1896"/>
                    <a:pt x="6648" y="1895"/>
                    <a:pt x="6648" y="1895"/>
                  </a:cubicBezTo>
                  <a:lnTo>
                    <a:pt x="6651" y="1895"/>
                  </a:lnTo>
                  <a:cubicBezTo>
                    <a:pt x="6651" y="1893"/>
                    <a:pt x="6654" y="1892"/>
                    <a:pt x="6657" y="1890"/>
                  </a:cubicBezTo>
                  <a:close/>
                  <a:moveTo>
                    <a:pt x="6647" y="1896"/>
                  </a:moveTo>
                  <a:cubicBezTo>
                    <a:pt x="6644" y="1896"/>
                    <a:pt x="6641" y="1899"/>
                    <a:pt x="6638" y="1899"/>
                  </a:cubicBezTo>
                  <a:cubicBezTo>
                    <a:pt x="4880" y="2916"/>
                    <a:pt x="2522" y="3472"/>
                    <a:pt x="0" y="3472"/>
                  </a:cubicBezTo>
                  <a:cubicBezTo>
                    <a:pt x="2525" y="3472"/>
                    <a:pt x="4884" y="2916"/>
                    <a:pt x="6641" y="1899"/>
                  </a:cubicBezTo>
                  <a:cubicBezTo>
                    <a:pt x="6643" y="1898"/>
                    <a:pt x="6645" y="1897"/>
                    <a:pt x="6647" y="1896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2386940" y="3297288"/>
              <a:ext cx="1043523" cy="565015"/>
            </a:xfrm>
            <a:custGeom>
              <a:rect b="b" l="l" r="r" t="t"/>
              <a:pathLst>
                <a:path extrusionOk="0" h="11639" w="21496">
                  <a:moveTo>
                    <a:pt x="10434" y="977"/>
                  </a:moveTo>
                  <a:cubicBezTo>
                    <a:pt x="11359" y="977"/>
                    <a:pt x="12263" y="1052"/>
                    <a:pt x="13120" y="1195"/>
                  </a:cubicBezTo>
                  <a:cubicBezTo>
                    <a:pt x="14386" y="1411"/>
                    <a:pt x="15554" y="1776"/>
                    <a:pt x="16560" y="2274"/>
                  </a:cubicBezTo>
                  <a:lnTo>
                    <a:pt x="16564" y="2277"/>
                  </a:lnTo>
                  <a:lnTo>
                    <a:pt x="16567" y="2277"/>
                  </a:lnTo>
                  <a:cubicBezTo>
                    <a:pt x="16741" y="2362"/>
                    <a:pt x="16908" y="2455"/>
                    <a:pt x="17072" y="2551"/>
                  </a:cubicBezTo>
                  <a:cubicBezTo>
                    <a:pt x="17178" y="2612"/>
                    <a:pt x="17280" y="2674"/>
                    <a:pt x="17383" y="2735"/>
                  </a:cubicBezTo>
                  <a:cubicBezTo>
                    <a:pt x="17383" y="2738"/>
                    <a:pt x="17386" y="2738"/>
                    <a:pt x="17389" y="2742"/>
                  </a:cubicBezTo>
                  <a:cubicBezTo>
                    <a:pt x="17392" y="2742"/>
                    <a:pt x="17392" y="2745"/>
                    <a:pt x="17397" y="2745"/>
                  </a:cubicBezTo>
                  <a:cubicBezTo>
                    <a:pt x="17963" y="3107"/>
                    <a:pt x="18424" y="3503"/>
                    <a:pt x="18772" y="3919"/>
                  </a:cubicBezTo>
                  <a:cubicBezTo>
                    <a:pt x="18772" y="3919"/>
                    <a:pt x="18775" y="3919"/>
                    <a:pt x="18775" y="3923"/>
                  </a:cubicBezTo>
                  <a:cubicBezTo>
                    <a:pt x="19276" y="4523"/>
                    <a:pt x="19539" y="5168"/>
                    <a:pt x="19539" y="5820"/>
                  </a:cubicBezTo>
                  <a:cubicBezTo>
                    <a:pt x="19539" y="6288"/>
                    <a:pt x="19403" y="6749"/>
                    <a:pt x="19147" y="7192"/>
                  </a:cubicBezTo>
                  <a:cubicBezTo>
                    <a:pt x="18744" y="7882"/>
                    <a:pt x="18041" y="8534"/>
                    <a:pt x="17075" y="9090"/>
                  </a:cubicBezTo>
                  <a:cubicBezTo>
                    <a:pt x="15318" y="10107"/>
                    <a:pt x="12959" y="10663"/>
                    <a:pt x="10434" y="10663"/>
                  </a:cubicBezTo>
                  <a:cubicBezTo>
                    <a:pt x="7911" y="10663"/>
                    <a:pt x="5553" y="10107"/>
                    <a:pt x="3795" y="9090"/>
                  </a:cubicBezTo>
                  <a:cubicBezTo>
                    <a:pt x="3792" y="9090"/>
                    <a:pt x="3789" y="9086"/>
                    <a:pt x="3785" y="9086"/>
                  </a:cubicBezTo>
                  <a:cubicBezTo>
                    <a:pt x="3782" y="9083"/>
                    <a:pt x="3779" y="9083"/>
                    <a:pt x="3775" y="9079"/>
                  </a:cubicBezTo>
                  <a:cubicBezTo>
                    <a:pt x="3771" y="9079"/>
                    <a:pt x="3768" y="9076"/>
                    <a:pt x="3768" y="9076"/>
                  </a:cubicBezTo>
                  <a:cubicBezTo>
                    <a:pt x="3710" y="9042"/>
                    <a:pt x="3656" y="9011"/>
                    <a:pt x="3604" y="8977"/>
                  </a:cubicBezTo>
                  <a:lnTo>
                    <a:pt x="3601" y="8977"/>
                  </a:lnTo>
                  <a:cubicBezTo>
                    <a:pt x="3601" y="8973"/>
                    <a:pt x="3598" y="8973"/>
                    <a:pt x="3594" y="8970"/>
                  </a:cubicBezTo>
                  <a:cubicBezTo>
                    <a:pt x="3590" y="8970"/>
                    <a:pt x="3587" y="8967"/>
                    <a:pt x="3587" y="8967"/>
                  </a:cubicBezTo>
                  <a:lnTo>
                    <a:pt x="3584" y="8967"/>
                  </a:lnTo>
                  <a:cubicBezTo>
                    <a:pt x="3581" y="8964"/>
                    <a:pt x="3581" y="8964"/>
                    <a:pt x="3577" y="8960"/>
                  </a:cubicBezTo>
                  <a:lnTo>
                    <a:pt x="3574" y="8960"/>
                  </a:lnTo>
                  <a:cubicBezTo>
                    <a:pt x="3570" y="8956"/>
                    <a:pt x="3570" y="8956"/>
                    <a:pt x="3567" y="8956"/>
                  </a:cubicBezTo>
                  <a:cubicBezTo>
                    <a:pt x="3567" y="8953"/>
                    <a:pt x="3563" y="8953"/>
                    <a:pt x="3563" y="8953"/>
                  </a:cubicBezTo>
                  <a:lnTo>
                    <a:pt x="3560" y="8950"/>
                  </a:lnTo>
                  <a:cubicBezTo>
                    <a:pt x="3560" y="8950"/>
                    <a:pt x="3557" y="8950"/>
                    <a:pt x="3553" y="8946"/>
                  </a:cubicBezTo>
                  <a:cubicBezTo>
                    <a:pt x="2577" y="8339"/>
                    <a:pt x="1901" y="7636"/>
                    <a:pt x="1570" y="6895"/>
                  </a:cubicBezTo>
                  <a:cubicBezTo>
                    <a:pt x="1410" y="6544"/>
                    <a:pt x="1328" y="6185"/>
                    <a:pt x="1328" y="5820"/>
                  </a:cubicBezTo>
                  <a:cubicBezTo>
                    <a:pt x="1328" y="4629"/>
                    <a:pt x="2205" y="3468"/>
                    <a:pt x="3795" y="2551"/>
                  </a:cubicBezTo>
                  <a:cubicBezTo>
                    <a:pt x="5553" y="1537"/>
                    <a:pt x="7911" y="977"/>
                    <a:pt x="10434" y="977"/>
                  </a:cubicBezTo>
                  <a:close/>
                  <a:moveTo>
                    <a:pt x="10434" y="1"/>
                  </a:moveTo>
                  <a:cubicBezTo>
                    <a:pt x="7854" y="1"/>
                    <a:pt x="5277" y="571"/>
                    <a:pt x="3308" y="1707"/>
                  </a:cubicBezTo>
                  <a:cubicBezTo>
                    <a:pt x="1738" y="2612"/>
                    <a:pt x="792" y="3745"/>
                    <a:pt x="474" y="4922"/>
                  </a:cubicBezTo>
                  <a:lnTo>
                    <a:pt x="478" y="4922"/>
                  </a:lnTo>
                  <a:cubicBezTo>
                    <a:pt x="0" y="6694"/>
                    <a:pt x="945" y="8567"/>
                    <a:pt x="3308" y="9936"/>
                  </a:cubicBezTo>
                  <a:cubicBezTo>
                    <a:pt x="3481" y="10035"/>
                    <a:pt x="3662" y="10131"/>
                    <a:pt x="3843" y="10223"/>
                  </a:cubicBezTo>
                  <a:cubicBezTo>
                    <a:pt x="5731" y="11168"/>
                    <a:pt x="8082" y="11639"/>
                    <a:pt x="10434" y="11639"/>
                  </a:cubicBezTo>
                  <a:cubicBezTo>
                    <a:pt x="13014" y="11639"/>
                    <a:pt x="15595" y="11073"/>
                    <a:pt x="17560" y="9936"/>
                  </a:cubicBezTo>
                  <a:cubicBezTo>
                    <a:pt x="21495" y="7663"/>
                    <a:pt x="21495" y="3977"/>
                    <a:pt x="17560" y="1707"/>
                  </a:cubicBezTo>
                  <a:cubicBezTo>
                    <a:pt x="15595" y="571"/>
                    <a:pt x="13014" y="1"/>
                    <a:pt x="104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2451357" y="3344714"/>
              <a:ext cx="884150" cy="301707"/>
            </a:xfrm>
            <a:custGeom>
              <a:rect b="b" l="l" r="r" t="t"/>
              <a:pathLst>
                <a:path extrusionOk="0" h="6215" w="18213">
                  <a:moveTo>
                    <a:pt x="9107" y="0"/>
                  </a:moveTo>
                  <a:cubicBezTo>
                    <a:pt x="6584" y="0"/>
                    <a:pt x="4226" y="560"/>
                    <a:pt x="2468" y="1574"/>
                  </a:cubicBezTo>
                  <a:cubicBezTo>
                    <a:pt x="878" y="2491"/>
                    <a:pt x="1" y="3652"/>
                    <a:pt x="1" y="4843"/>
                  </a:cubicBezTo>
                  <a:cubicBezTo>
                    <a:pt x="1" y="5311"/>
                    <a:pt x="138" y="5772"/>
                    <a:pt x="397" y="6215"/>
                  </a:cubicBezTo>
                  <a:cubicBezTo>
                    <a:pt x="796" y="5522"/>
                    <a:pt x="1499" y="4874"/>
                    <a:pt x="2468" y="4318"/>
                  </a:cubicBezTo>
                  <a:cubicBezTo>
                    <a:pt x="4226" y="3300"/>
                    <a:pt x="6584" y="2741"/>
                    <a:pt x="9107" y="2741"/>
                  </a:cubicBezTo>
                  <a:cubicBezTo>
                    <a:pt x="11629" y="2741"/>
                    <a:pt x="13991" y="3300"/>
                    <a:pt x="15745" y="4318"/>
                  </a:cubicBezTo>
                  <a:cubicBezTo>
                    <a:pt x="16714" y="4874"/>
                    <a:pt x="17417" y="5522"/>
                    <a:pt x="17820" y="6215"/>
                  </a:cubicBezTo>
                  <a:cubicBezTo>
                    <a:pt x="18076" y="5772"/>
                    <a:pt x="18212" y="5311"/>
                    <a:pt x="18212" y="4843"/>
                  </a:cubicBezTo>
                  <a:cubicBezTo>
                    <a:pt x="18212" y="3652"/>
                    <a:pt x="17335" y="2491"/>
                    <a:pt x="15745" y="1574"/>
                  </a:cubicBezTo>
                  <a:cubicBezTo>
                    <a:pt x="13991" y="560"/>
                    <a:pt x="11629" y="0"/>
                    <a:pt x="910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2451357" y="3344714"/>
              <a:ext cx="884150" cy="301707"/>
            </a:xfrm>
            <a:custGeom>
              <a:rect b="b" l="l" r="r" t="t"/>
              <a:pathLst>
                <a:path extrusionOk="0" h="6215" w="18213">
                  <a:moveTo>
                    <a:pt x="9107" y="0"/>
                  </a:moveTo>
                  <a:cubicBezTo>
                    <a:pt x="6584" y="0"/>
                    <a:pt x="4226" y="560"/>
                    <a:pt x="2468" y="1574"/>
                  </a:cubicBezTo>
                  <a:cubicBezTo>
                    <a:pt x="878" y="2491"/>
                    <a:pt x="1" y="3652"/>
                    <a:pt x="1" y="4843"/>
                  </a:cubicBezTo>
                  <a:cubicBezTo>
                    <a:pt x="1" y="5311"/>
                    <a:pt x="138" y="5772"/>
                    <a:pt x="397" y="6215"/>
                  </a:cubicBezTo>
                  <a:cubicBezTo>
                    <a:pt x="253" y="5969"/>
                    <a:pt x="148" y="5717"/>
                    <a:pt x="83" y="5465"/>
                  </a:cubicBezTo>
                  <a:cubicBezTo>
                    <a:pt x="332" y="4495"/>
                    <a:pt x="1154" y="3573"/>
                    <a:pt x="2468" y="2816"/>
                  </a:cubicBezTo>
                  <a:cubicBezTo>
                    <a:pt x="4226" y="1799"/>
                    <a:pt x="6584" y="1242"/>
                    <a:pt x="9107" y="1242"/>
                  </a:cubicBezTo>
                  <a:cubicBezTo>
                    <a:pt x="11632" y="1242"/>
                    <a:pt x="13987" y="1799"/>
                    <a:pt x="15745" y="2816"/>
                  </a:cubicBezTo>
                  <a:cubicBezTo>
                    <a:pt x="17059" y="3573"/>
                    <a:pt x="17881" y="4495"/>
                    <a:pt x="18130" y="5465"/>
                  </a:cubicBezTo>
                  <a:cubicBezTo>
                    <a:pt x="18066" y="5717"/>
                    <a:pt x="17960" y="5969"/>
                    <a:pt x="17817" y="6212"/>
                  </a:cubicBezTo>
                  <a:lnTo>
                    <a:pt x="17820" y="6215"/>
                  </a:lnTo>
                  <a:cubicBezTo>
                    <a:pt x="18076" y="5772"/>
                    <a:pt x="18212" y="5311"/>
                    <a:pt x="18212" y="4843"/>
                  </a:cubicBezTo>
                  <a:cubicBezTo>
                    <a:pt x="18212" y="4191"/>
                    <a:pt x="17949" y="3546"/>
                    <a:pt x="17448" y="2946"/>
                  </a:cubicBezTo>
                  <a:cubicBezTo>
                    <a:pt x="17448" y="2942"/>
                    <a:pt x="17445" y="2942"/>
                    <a:pt x="17445" y="2942"/>
                  </a:cubicBezTo>
                  <a:cubicBezTo>
                    <a:pt x="17097" y="2526"/>
                    <a:pt x="16636" y="2130"/>
                    <a:pt x="16070" y="1768"/>
                  </a:cubicBezTo>
                  <a:cubicBezTo>
                    <a:pt x="16065" y="1768"/>
                    <a:pt x="16065" y="1765"/>
                    <a:pt x="16062" y="1765"/>
                  </a:cubicBezTo>
                  <a:cubicBezTo>
                    <a:pt x="16059" y="1761"/>
                    <a:pt x="16056" y="1761"/>
                    <a:pt x="16056" y="1758"/>
                  </a:cubicBezTo>
                  <a:cubicBezTo>
                    <a:pt x="15953" y="1697"/>
                    <a:pt x="15851" y="1635"/>
                    <a:pt x="15745" y="1574"/>
                  </a:cubicBezTo>
                  <a:cubicBezTo>
                    <a:pt x="15581" y="1478"/>
                    <a:pt x="15414" y="1385"/>
                    <a:pt x="15240" y="1300"/>
                  </a:cubicBezTo>
                  <a:lnTo>
                    <a:pt x="15237" y="1300"/>
                  </a:lnTo>
                  <a:lnTo>
                    <a:pt x="15233" y="1297"/>
                  </a:lnTo>
                  <a:cubicBezTo>
                    <a:pt x="13543" y="457"/>
                    <a:pt x="11393" y="0"/>
                    <a:pt x="91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2470580" y="3477720"/>
              <a:ext cx="845702" cy="337242"/>
            </a:xfrm>
            <a:custGeom>
              <a:rect b="b" l="l" r="r" t="t"/>
              <a:pathLst>
                <a:path extrusionOk="0" h="6947" w="17421">
                  <a:moveTo>
                    <a:pt x="8711" y="1"/>
                  </a:moveTo>
                  <a:cubicBezTo>
                    <a:pt x="6188" y="1"/>
                    <a:pt x="3830" y="560"/>
                    <a:pt x="2072" y="1578"/>
                  </a:cubicBezTo>
                  <a:cubicBezTo>
                    <a:pt x="1103" y="2134"/>
                    <a:pt x="400" y="2782"/>
                    <a:pt x="1" y="3475"/>
                  </a:cubicBezTo>
                  <a:cubicBezTo>
                    <a:pt x="175" y="3772"/>
                    <a:pt x="404" y="4062"/>
                    <a:pt x="684" y="4342"/>
                  </a:cubicBezTo>
                  <a:lnTo>
                    <a:pt x="687" y="4342"/>
                  </a:lnTo>
                  <a:lnTo>
                    <a:pt x="687" y="4346"/>
                  </a:lnTo>
                  <a:cubicBezTo>
                    <a:pt x="1059" y="4711"/>
                    <a:pt x="1523" y="5055"/>
                    <a:pt x="2072" y="5373"/>
                  </a:cubicBezTo>
                  <a:cubicBezTo>
                    <a:pt x="3830" y="6390"/>
                    <a:pt x="6188" y="6946"/>
                    <a:pt x="8711" y="6946"/>
                  </a:cubicBezTo>
                  <a:cubicBezTo>
                    <a:pt x="11233" y="6946"/>
                    <a:pt x="13591" y="6390"/>
                    <a:pt x="15349" y="5373"/>
                  </a:cubicBezTo>
                  <a:cubicBezTo>
                    <a:pt x="15352" y="5373"/>
                    <a:pt x="15356" y="5369"/>
                    <a:pt x="15359" y="5369"/>
                  </a:cubicBezTo>
                  <a:lnTo>
                    <a:pt x="15362" y="5369"/>
                  </a:lnTo>
                  <a:cubicBezTo>
                    <a:pt x="15362" y="5366"/>
                    <a:pt x="15366" y="5366"/>
                    <a:pt x="15370" y="5362"/>
                  </a:cubicBezTo>
                  <a:cubicBezTo>
                    <a:pt x="15373" y="5362"/>
                    <a:pt x="15376" y="5359"/>
                    <a:pt x="15376" y="5359"/>
                  </a:cubicBezTo>
                  <a:lnTo>
                    <a:pt x="15380" y="5359"/>
                  </a:lnTo>
                  <a:cubicBezTo>
                    <a:pt x="15417" y="5335"/>
                    <a:pt x="15458" y="5311"/>
                    <a:pt x="15496" y="5288"/>
                  </a:cubicBezTo>
                  <a:lnTo>
                    <a:pt x="15499" y="5288"/>
                  </a:lnTo>
                  <a:cubicBezTo>
                    <a:pt x="15499" y="5284"/>
                    <a:pt x="15502" y="5284"/>
                    <a:pt x="15506" y="5284"/>
                  </a:cubicBezTo>
                  <a:lnTo>
                    <a:pt x="15506" y="5280"/>
                  </a:lnTo>
                  <a:cubicBezTo>
                    <a:pt x="15510" y="5280"/>
                    <a:pt x="15513" y="5277"/>
                    <a:pt x="15513" y="5277"/>
                  </a:cubicBezTo>
                  <a:lnTo>
                    <a:pt x="15516" y="5277"/>
                  </a:lnTo>
                  <a:lnTo>
                    <a:pt x="15523" y="5270"/>
                  </a:lnTo>
                  <a:lnTo>
                    <a:pt x="15526" y="5270"/>
                  </a:lnTo>
                  <a:cubicBezTo>
                    <a:pt x="15530" y="5267"/>
                    <a:pt x="15530" y="5267"/>
                    <a:pt x="15534" y="5267"/>
                  </a:cubicBezTo>
                  <a:cubicBezTo>
                    <a:pt x="15534" y="5264"/>
                    <a:pt x="15537" y="5264"/>
                    <a:pt x="15537" y="5264"/>
                  </a:cubicBezTo>
                  <a:cubicBezTo>
                    <a:pt x="15537" y="5264"/>
                    <a:pt x="15540" y="5264"/>
                    <a:pt x="15540" y="5260"/>
                  </a:cubicBezTo>
                  <a:cubicBezTo>
                    <a:pt x="15540" y="5260"/>
                    <a:pt x="15543" y="5260"/>
                    <a:pt x="15547" y="5256"/>
                  </a:cubicBezTo>
                  <a:cubicBezTo>
                    <a:pt x="16414" y="4724"/>
                    <a:pt x="17049" y="4117"/>
                    <a:pt x="17421" y="3472"/>
                  </a:cubicBezTo>
                  <a:cubicBezTo>
                    <a:pt x="17021" y="2782"/>
                    <a:pt x="16318" y="2134"/>
                    <a:pt x="15349" y="1578"/>
                  </a:cubicBezTo>
                  <a:cubicBezTo>
                    <a:pt x="13595" y="560"/>
                    <a:pt x="11233" y="1"/>
                    <a:pt x="8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2503929" y="3688637"/>
              <a:ext cx="67283" cy="49904"/>
            </a:xfrm>
            <a:custGeom>
              <a:rect b="b" l="l" r="r" t="t"/>
              <a:pathLst>
                <a:path extrusionOk="0" h="1028" w="1386">
                  <a:moveTo>
                    <a:pt x="0" y="1"/>
                  </a:moveTo>
                  <a:cubicBezTo>
                    <a:pt x="122" y="121"/>
                    <a:pt x="254" y="238"/>
                    <a:pt x="396" y="354"/>
                  </a:cubicBezTo>
                  <a:lnTo>
                    <a:pt x="396" y="354"/>
                  </a:lnTo>
                  <a:cubicBezTo>
                    <a:pt x="255" y="238"/>
                    <a:pt x="122" y="120"/>
                    <a:pt x="0" y="1"/>
                  </a:cubicBezTo>
                  <a:close/>
                  <a:moveTo>
                    <a:pt x="396" y="354"/>
                  </a:moveTo>
                  <a:cubicBezTo>
                    <a:pt x="622" y="537"/>
                    <a:pt x="871" y="714"/>
                    <a:pt x="1143" y="884"/>
                  </a:cubicBezTo>
                  <a:cubicBezTo>
                    <a:pt x="1147" y="888"/>
                    <a:pt x="1150" y="888"/>
                    <a:pt x="1150" y="888"/>
                  </a:cubicBezTo>
                  <a:lnTo>
                    <a:pt x="1153" y="891"/>
                  </a:lnTo>
                  <a:cubicBezTo>
                    <a:pt x="1153" y="891"/>
                    <a:pt x="1157" y="891"/>
                    <a:pt x="1157" y="894"/>
                  </a:cubicBezTo>
                  <a:cubicBezTo>
                    <a:pt x="1160" y="894"/>
                    <a:pt x="1160" y="894"/>
                    <a:pt x="1164" y="898"/>
                  </a:cubicBezTo>
                  <a:lnTo>
                    <a:pt x="1167" y="898"/>
                  </a:lnTo>
                  <a:cubicBezTo>
                    <a:pt x="1171" y="902"/>
                    <a:pt x="1171" y="902"/>
                    <a:pt x="1174" y="905"/>
                  </a:cubicBezTo>
                  <a:lnTo>
                    <a:pt x="1177" y="905"/>
                  </a:lnTo>
                  <a:cubicBezTo>
                    <a:pt x="1177" y="905"/>
                    <a:pt x="1180" y="908"/>
                    <a:pt x="1184" y="908"/>
                  </a:cubicBezTo>
                  <a:cubicBezTo>
                    <a:pt x="1188" y="911"/>
                    <a:pt x="1191" y="911"/>
                    <a:pt x="1191" y="915"/>
                  </a:cubicBezTo>
                  <a:lnTo>
                    <a:pt x="1194" y="915"/>
                  </a:lnTo>
                  <a:cubicBezTo>
                    <a:pt x="1246" y="949"/>
                    <a:pt x="1300" y="980"/>
                    <a:pt x="1358" y="1014"/>
                  </a:cubicBezTo>
                  <a:cubicBezTo>
                    <a:pt x="1358" y="1014"/>
                    <a:pt x="1361" y="1017"/>
                    <a:pt x="1365" y="1017"/>
                  </a:cubicBezTo>
                  <a:cubicBezTo>
                    <a:pt x="1369" y="1021"/>
                    <a:pt x="1372" y="1021"/>
                    <a:pt x="1375" y="1024"/>
                  </a:cubicBezTo>
                  <a:cubicBezTo>
                    <a:pt x="1379" y="1024"/>
                    <a:pt x="1382" y="1028"/>
                    <a:pt x="1385" y="1028"/>
                  </a:cubicBezTo>
                  <a:cubicBezTo>
                    <a:pt x="1017" y="814"/>
                    <a:pt x="686" y="589"/>
                    <a:pt x="396" y="354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2559414" y="3731549"/>
              <a:ext cx="2379" cy="1505"/>
            </a:xfrm>
            <a:custGeom>
              <a:rect b="b" l="l" r="r" t="t"/>
              <a:pathLst>
                <a:path extrusionOk="0" h="31" w="49">
                  <a:moveTo>
                    <a:pt x="41" y="24"/>
                  </a:moveTo>
                  <a:cubicBezTo>
                    <a:pt x="45" y="27"/>
                    <a:pt x="48" y="27"/>
                    <a:pt x="48" y="31"/>
                  </a:cubicBezTo>
                  <a:cubicBezTo>
                    <a:pt x="48" y="27"/>
                    <a:pt x="45" y="27"/>
                    <a:pt x="41" y="24"/>
                  </a:cubicBezTo>
                  <a:close/>
                  <a:moveTo>
                    <a:pt x="34" y="21"/>
                  </a:moveTo>
                  <a:cubicBezTo>
                    <a:pt x="34" y="21"/>
                    <a:pt x="37" y="24"/>
                    <a:pt x="41" y="24"/>
                  </a:cubicBezTo>
                  <a:cubicBezTo>
                    <a:pt x="37" y="24"/>
                    <a:pt x="34" y="21"/>
                    <a:pt x="34" y="21"/>
                  </a:cubicBezTo>
                  <a:close/>
                  <a:moveTo>
                    <a:pt x="24" y="14"/>
                  </a:moveTo>
                  <a:cubicBezTo>
                    <a:pt x="28" y="18"/>
                    <a:pt x="28" y="18"/>
                    <a:pt x="31" y="21"/>
                  </a:cubicBezTo>
                  <a:cubicBezTo>
                    <a:pt x="28" y="18"/>
                    <a:pt x="28" y="18"/>
                    <a:pt x="24" y="14"/>
                  </a:cubicBezTo>
                  <a:close/>
                  <a:moveTo>
                    <a:pt x="14" y="10"/>
                  </a:moveTo>
                  <a:cubicBezTo>
                    <a:pt x="17" y="10"/>
                    <a:pt x="17" y="10"/>
                    <a:pt x="21" y="14"/>
                  </a:cubicBezTo>
                  <a:cubicBezTo>
                    <a:pt x="17" y="10"/>
                    <a:pt x="17" y="10"/>
                    <a:pt x="14" y="10"/>
                  </a:cubicBezTo>
                  <a:close/>
                  <a:moveTo>
                    <a:pt x="7" y="4"/>
                  </a:moveTo>
                  <a:lnTo>
                    <a:pt x="10" y="7"/>
                  </a:lnTo>
                  <a:lnTo>
                    <a:pt x="7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3225231" y="3732860"/>
              <a:ext cx="49" cy="49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2561890" y="3733005"/>
              <a:ext cx="8010" cy="4854"/>
            </a:xfrm>
            <a:custGeom>
              <a:rect b="b" l="l" r="r" t="t"/>
              <a:pathLst>
                <a:path extrusionOk="0" h="100" w="165">
                  <a:moveTo>
                    <a:pt x="0" y="1"/>
                  </a:moveTo>
                  <a:cubicBezTo>
                    <a:pt x="52" y="35"/>
                    <a:pt x="106" y="66"/>
                    <a:pt x="164" y="100"/>
                  </a:cubicBezTo>
                  <a:cubicBezTo>
                    <a:pt x="106" y="66"/>
                    <a:pt x="52" y="35"/>
                    <a:pt x="0" y="1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3217124" y="3733005"/>
              <a:ext cx="7864" cy="4854"/>
            </a:xfrm>
            <a:custGeom>
              <a:rect b="b" l="l" r="r" t="t"/>
              <a:pathLst>
                <a:path extrusionOk="0" h="100" w="162">
                  <a:moveTo>
                    <a:pt x="117" y="29"/>
                  </a:moveTo>
                  <a:cubicBezTo>
                    <a:pt x="79" y="52"/>
                    <a:pt x="38" y="76"/>
                    <a:pt x="1" y="100"/>
                  </a:cubicBezTo>
                  <a:cubicBezTo>
                    <a:pt x="38" y="76"/>
                    <a:pt x="79" y="52"/>
                    <a:pt x="117" y="29"/>
                  </a:cubicBezTo>
                  <a:close/>
                  <a:moveTo>
                    <a:pt x="127" y="25"/>
                  </a:moveTo>
                  <a:cubicBezTo>
                    <a:pt x="123" y="25"/>
                    <a:pt x="120" y="25"/>
                    <a:pt x="120" y="29"/>
                  </a:cubicBezTo>
                  <a:cubicBezTo>
                    <a:pt x="120" y="25"/>
                    <a:pt x="123" y="25"/>
                    <a:pt x="127" y="25"/>
                  </a:cubicBezTo>
                  <a:close/>
                  <a:moveTo>
                    <a:pt x="134" y="18"/>
                  </a:moveTo>
                  <a:cubicBezTo>
                    <a:pt x="134" y="18"/>
                    <a:pt x="131" y="21"/>
                    <a:pt x="127" y="21"/>
                  </a:cubicBezTo>
                  <a:cubicBezTo>
                    <a:pt x="131" y="21"/>
                    <a:pt x="134" y="18"/>
                    <a:pt x="134" y="18"/>
                  </a:cubicBezTo>
                  <a:close/>
                  <a:moveTo>
                    <a:pt x="144" y="11"/>
                  </a:moveTo>
                  <a:lnTo>
                    <a:pt x="137" y="18"/>
                  </a:lnTo>
                  <a:lnTo>
                    <a:pt x="144" y="11"/>
                  </a:lnTo>
                  <a:close/>
                  <a:moveTo>
                    <a:pt x="155" y="8"/>
                  </a:moveTo>
                  <a:cubicBezTo>
                    <a:pt x="151" y="8"/>
                    <a:pt x="151" y="8"/>
                    <a:pt x="147" y="11"/>
                  </a:cubicBezTo>
                  <a:cubicBezTo>
                    <a:pt x="151" y="8"/>
                    <a:pt x="151" y="8"/>
                    <a:pt x="155" y="8"/>
                  </a:cubicBezTo>
                  <a:close/>
                  <a:moveTo>
                    <a:pt x="161" y="1"/>
                  </a:moveTo>
                  <a:cubicBezTo>
                    <a:pt x="161" y="5"/>
                    <a:pt x="158" y="5"/>
                    <a:pt x="158" y="5"/>
                  </a:cubicBezTo>
                  <a:cubicBezTo>
                    <a:pt x="158" y="5"/>
                    <a:pt x="161" y="5"/>
                    <a:pt x="16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569851" y="3737811"/>
              <a:ext cx="340" cy="243"/>
            </a:xfrm>
            <a:custGeom>
              <a:rect b="b" l="l" r="r" t="t"/>
              <a:pathLst>
                <a:path extrusionOk="0" h="5" w="7">
                  <a:moveTo>
                    <a:pt x="0" y="1"/>
                  </a:moveTo>
                  <a:cubicBezTo>
                    <a:pt x="0" y="1"/>
                    <a:pt x="3" y="4"/>
                    <a:pt x="7" y="4"/>
                  </a:cubicBezTo>
                  <a:cubicBezTo>
                    <a:pt x="3" y="4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3216638" y="3737811"/>
              <a:ext cx="388" cy="243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cubicBezTo>
                    <a:pt x="7" y="1"/>
                    <a:pt x="4" y="4"/>
                    <a:pt x="1" y="4"/>
                  </a:cubicBezTo>
                  <a:cubicBezTo>
                    <a:pt x="4" y="4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2570142" y="3738005"/>
              <a:ext cx="583" cy="388"/>
            </a:xfrm>
            <a:custGeom>
              <a:rect b="b" l="l" r="r" t="t"/>
              <a:pathLst>
                <a:path extrusionOk="0" h="8" w="12">
                  <a:moveTo>
                    <a:pt x="1" y="0"/>
                  </a:moveTo>
                  <a:cubicBezTo>
                    <a:pt x="5" y="4"/>
                    <a:pt x="8" y="4"/>
                    <a:pt x="11" y="7"/>
                  </a:cubicBezTo>
                  <a:cubicBezTo>
                    <a:pt x="8" y="4"/>
                    <a:pt x="5" y="4"/>
                    <a:pt x="1" y="0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3216299" y="3738005"/>
              <a:ext cx="388" cy="388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cubicBezTo>
                    <a:pt x="4" y="4"/>
                    <a:pt x="0" y="4"/>
                    <a:pt x="0" y="7"/>
                  </a:cubicBezTo>
                  <a:cubicBezTo>
                    <a:pt x="0" y="4"/>
                    <a:pt x="4" y="4"/>
                    <a:pt x="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570676" y="3738345"/>
              <a:ext cx="534" cy="194"/>
            </a:xfrm>
            <a:custGeom>
              <a:rect b="b" l="l" r="r" t="t"/>
              <a:pathLst>
                <a:path extrusionOk="0" h="4" w="11">
                  <a:moveTo>
                    <a:pt x="0" y="0"/>
                  </a:moveTo>
                  <a:cubicBezTo>
                    <a:pt x="4" y="0"/>
                    <a:pt x="7" y="4"/>
                    <a:pt x="10" y="4"/>
                  </a:cubicBezTo>
                  <a:cubicBezTo>
                    <a:pt x="7" y="4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A4F1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3215668" y="3738345"/>
              <a:ext cx="534" cy="194"/>
            </a:xfrm>
            <a:custGeom>
              <a:rect b="b" l="l" r="r" t="t"/>
              <a:pathLst>
                <a:path extrusionOk="0" h="4" w="11">
                  <a:moveTo>
                    <a:pt x="10" y="0"/>
                  </a:moveTo>
                  <a:cubicBezTo>
                    <a:pt x="7" y="0"/>
                    <a:pt x="3" y="4"/>
                    <a:pt x="0" y="4"/>
                  </a:cubicBezTo>
                  <a:cubicBezTo>
                    <a:pt x="3" y="4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455338" y="3404955"/>
              <a:ext cx="876189" cy="241463"/>
            </a:xfrm>
            <a:custGeom>
              <a:rect b="b" l="l" r="r" t="t"/>
              <a:pathLst>
                <a:path extrusionOk="0" h="4974" w="18049">
                  <a:moveTo>
                    <a:pt x="9025" y="1"/>
                  </a:moveTo>
                  <a:cubicBezTo>
                    <a:pt x="6502" y="1"/>
                    <a:pt x="4144" y="558"/>
                    <a:pt x="2386" y="1575"/>
                  </a:cubicBezTo>
                  <a:cubicBezTo>
                    <a:pt x="1072" y="2332"/>
                    <a:pt x="250" y="3254"/>
                    <a:pt x="1" y="4224"/>
                  </a:cubicBezTo>
                  <a:cubicBezTo>
                    <a:pt x="66" y="4476"/>
                    <a:pt x="171" y="4728"/>
                    <a:pt x="315" y="4974"/>
                  </a:cubicBezTo>
                  <a:cubicBezTo>
                    <a:pt x="714" y="4281"/>
                    <a:pt x="1417" y="3633"/>
                    <a:pt x="2386" y="3077"/>
                  </a:cubicBezTo>
                  <a:cubicBezTo>
                    <a:pt x="4144" y="2059"/>
                    <a:pt x="6502" y="1500"/>
                    <a:pt x="9025" y="1500"/>
                  </a:cubicBezTo>
                  <a:cubicBezTo>
                    <a:pt x="11547" y="1500"/>
                    <a:pt x="13909" y="2059"/>
                    <a:pt x="15663" y="3077"/>
                  </a:cubicBezTo>
                  <a:cubicBezTo>
                    <a:pt x="16632" y="3633"/>
                    <a:pt x="17335" y="4281"/>
                    <a:pt x="17735" y="4971"/>
                  </a:cubicBezTo>
                  <a:cubicBezTo>
                    <a:pt x="17878" y="4728"/>
                    <a:pt x="17984" y="4476"/>
                    <a:pt x="18048" y="4224"/>
                  </a:cubicBezTo>
                  <a:cubicBezTo>
                    <a:pt x="17799" y="3254"/>
                    <a:pt x="16977" y="2332"/>
                    <a:pt x="15663" y="1575"/>
                  </a:cubicBezTo>
                  <a:cubicBezTo>
                    <a:pt x="13905" y="558"/>
                    <a:pt x="11550" y="1"/>
                    <a:pt x="90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404125" y="3572669"/>
              <a:ext cx="243" cy="10146"/>
            </a:xfrm>
            <a:custGeom>
              <a:rect b="b" l="l" r="r" t="t"/>
              <a:pathLst>
                <a:path extrusionOk="0" h="209" w="5">
                  <a:moveTo>
                    <a:pt x="5" y="0"/>
                  </a:moveTo>
                  <a:cubicBezTo>
                    <a:pt x="1" y="48"/>
                    <a:pt x="1" y="99"/>
                    <a:pt x="1" y="147"/>
                  </a:cubicBezTo>
                  <a:lnTo>
                    <a:pt x="1" y="208"/>
                  </a:lnTo>
                  <a:cubicBezTo>
                    <a:pt x="1" y="140"/>
                    <a:pt x="1" y="68"/>
                    <a:pt x="5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2404125" y="3591407"/>
              <a:ext cx="272143" cy="374816"/>
            </a:xfrm>
            <a:custGeom>
              <a:rect b="b" l="l" r="r" t="t"/>
              <a:pathLst>
                <a:path extrusionOk="0" h="7721" w="5606">
                  <a:moveTo>
                    <a:pt x="5602" y="7720"/>
                  </a:moveTo>
                  <a:lnTo>
                    <a:pt x="5605" y="7720"/>
                  </a:lnTo>
                  <a:lnTo>
                    <a:pt x="5602" y="7720"/>
                  </a:lnTo>
                  <a:close/>
                  <a:moveTo>
                    <a:pt x="3227" y="6772"/>
                  </a:moveTo>
                  <a:cubicBezTo>
                    <a:pt x="3950" y="7161"/>
                    <a:pt x="4748" y="7474"/>
                    <a:pt x="5595" y="7717"/>
                  </a:cubicBezTo>
                  <a:cubicBezTo>
                    <a:pt x="4748" y="7474"/>
                    <a:pt x="3950" y="7161"/>
                    <a:pt x="3227" y="6772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2505"/>
                  </a:lnTo>
                  <a:cubicBezTo>
                    <a:pt x="1" y="3348"/>
                    <a:pt x="319" y="4195"/>
                    <a:pt x="950" y="4973"/>
                  </a:cubicBezTo>
                  <a:lnTo>
                    <a:pt x="950" y="4973"/>
                  </a:lnTo>
                  <a:cubicBezTo>
                    <a:pt x="319" y="4195"/>
                    <a:pt x="1" y="3348"/>
                    <a:pt x="1" y="2505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2404125" y="3582766"/>
              <a:ext cx="374039" cy="404817"/>
            </a:xfrm>
            <a:custGeom>
              <a:rect b="b" l="l" r="r" t="t"/>
              <a:pathLst>
                <a:path extrusionOk="0" h="8339" w="7705">
                  <a:moveTo>
                    <a:pt x="1" y="0"/>
                  </a:moveTo>
                  <a:lnTo>
                    <a:pt x="1" y="178"/>
                  </a:lnTo>
                  <a:lnTo>
                    <a:pt x="1" y="2683"/>
                  </a:lnTo>
                  <a:cubicBezTo>
                    <a:pt x="1" y="3526"/>
                    <a:pt x="319" y="4373"/>
                    <a:pt x="950" y="5151"/>
                  </a:cubicBezTo>
                  <a:lnTo>
                    <a:pt x="2053" y="4523"/>
                  </a:lnTo>
                  <a:lnTo>
                    <a:pt x="2056" y="4523"/>
                  </a:lnTo>
                  <a:cubicBezTo>
                    <a:pt x="2107" y="4492"/>
                    <a:pt x="2168" y="4478"/>
                    <a:pt x="2237" y="4478"/>
                  </a:cubicBezTo>
                  <a:cubicBezTo>
                    <a:pt x="2332" y="4478"/>
                    <a:pt x="2438" y="4509"/>
                    <a:pt x="2551" y="4574"/>
                  </a:cubicBezTo>
                  <a:cubicBezTo>
                    <a:pt x="2929" y="4795"/>
                    <a:pt x="3236" y="5318"/>
                    <a:pt x="3254" y="5762"/>
                  </a:cubicBezTo>
                  <a:lnTo>
                    <a:pt x="3254" y="5765"/>
                  </a:lnTo>
                  <a:lnTo>
                    <a:pt x="3254" y="5772"/>
                  </a:lnTo>
                  <a:lnTo>
                    <a:pt x="3254" y="5775"/>
                  </a:lnTo>
                  <a:lnTo>
                    <a:pt x="3254" y="5778"/>
                  </a:lnTo>
                  <a:lnTo>
                    <a:pt x="3254" y="5782"/>
                  </a:lnTo>
                  <a:lnTo>
                    <a:pt x="3254" y="5786"/>
                  </a:lnTo>
                  <a:lnTo>
                    <a:pt x="3254" y="5789"/>
                  </a:lnTo>
                  <a:lnTo>
                    <a:pt x="3254" y="5792"/>
                  </a:lnTo>
                  <a:lnTo>
                    <a:pt x="3254" y="5796"/>
                  </a:lnTo>
                  <a:lnTo>
                    <a:pt x="3254" y="5799"/>
                  </a:lnTo>
                  <a:cubicBezTo>
                    <a:pt x="3254" y="6028"/>
                    <a:pt x="3172" y="6185"/>
                    <a:pt x="3042" y="6257"/>
                  </a:cubicBezTo>
                  <a:lnTo>
                    <a:pt x="2540" y="6543"/>
                  </a:lnTo>
                  <a:cubicBezTo>
                    <a:pt x="2674" y="6629"/>
                    <a:pt x="2810" y="6714"/>
                    <a:pt x="2954" y="6796"/>
                  </a:cubicBezTo>
                  <a:cubicBezTo>
                    <a:pt x="3042" y="6851"/>
                    <a:pt x="3134" y="6898"/>
                    <a:pt x="3227" y="6950"/>
                  </a:cubicBezTo>
                  <a:cubicBezTo>
                    <a:pt x="3950" y="7339"/>
                    <a:pt x="4748" y="7652"/>
                    <a:pt x="5595" y="7895"/>
                  </a:cubicBezTo>
                  <a:cubicBezTo>
                    <a:pt x="5599" y="7895"/>
                    <a:pt x="5602" y="7898"/>
                    <a:pt x="5602" y="7898"/>
                  </a:cubicBezTo>
                  <a:lnTo>
                    <a:pt x="5605" y="7898"/>
                  </a:lnTo>
                  <a:cubicBezTo>
                    <a:pt x="6278" y="8089"/>
                    <a:pt x="6984" y="8236"/>
                    <a:pt x="7705" y="8338"/>
                  </a:cubicBezTo>
                  <a:lnTo>
                    <a:pt x="7705" y="5598"/>
                  </a:lnTo>
                  <a:cubicBezTo>
                    <a:pt x="6189" y="5383"/>
                    <a:pt x="4739" y="4967"/>
                    <a:pt x="3489" y="4342"/>
                  </a:cubicBezTo>
                  <a:cubicBezTo>
                    <a:pt x="3308" y="4250"/>
                    <a:pt x="3127" y="4154"/>
                    <a:pt x="2954" y="4055"/>
                  </a:cubicBezTo>
                  <a:cubicBezTo>
                    <a:pt x="1012" y="2932"/>
                    <a:pt x="29" y="147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2404125" y="3548641"/>
              <a:ext cx="3058" cy="34176"/>
            </a:xfrm>
            <a:custGeom>
              <a:rect b="b" l="l" r="r" t="t"/>
              <a:pathLst>
                <a:path extrusionOk="0" h="704" w="63">
                  <a:moveTo>
                    <a:pt x="62" y="0"/>
                  </a:moveTo>
                  <a:cubicBezTo>
                    <a:pt x="21" y="215"/>
                    <a:pt x="1" y="427"/>
                    <a:pt x="1" y="642"/>
                  </a:cubicBezTo>
                  <a:lnTo>
                    <a:pt x="1" y="703"/>
                  </a:lnTo>
                  <a:cubicBezTo>
                    <a:pt x="1" y="635"/>
                    <a:pt x="1" y="563"/>
                    <a:pt x="5" y="495"/>
                  </a:cubicBezTo>
                  <a:cubicBezTo>
                    <a:pt x="11" y="331"/>
                    <a:pt x="32" y="164"/>
                    <a:pt x="62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386940" y="3536214"/>
              <a:ext cx="160587" cy="243405"/>
            </a:xfrm>
            <a:custGeom>
              <a:rect b="b" l="l" r="r" t="t"/>
              <a:pathLst>
                <a:path extrusionOk="0" h="5014" w="3308">
                  <a:moveTo>
                    <a:pt x="474" y="0"/>
                  </a:moveTo>
                  <a:cubicBezTo>
                    <a:pt x="471" y="14"/>
                    <a:pt x="468" y="28"/>
                    <a:pt x="465" y="41"/>
                  </a:cubicBezTo>
                  <a:cubicBezTo>
                    <a:pt x="447" y="113"/>
                    <a:pt x="430" y="184"/>
                    <a:pt x="416" y="256"/>
                  </a:cubicBezTo>
                  <a:cubicBezTo>
                    <a:pt x="375" y="471"/>
                    <a:pt x="355" y="683"/>
                    <a:pt x="355" y="898"/>
                  </a:cubicBezTo>
                  <a:lnTo>
                    <a:pt x="355" y="959"/>
                  </a:lnTo>
                  <a:cubicBezTo>
                    <a:pt x="383" y="2430"/>
                    <a:pt x="1366" y="3891"/>
                    <a:pt x="3308" y="5014"/>
                  </a:cubicBezTo>
                  <a:cubicBezTo>
                    <a:pt x="945" y="3645"/>
                    <a:pt x="0" y="1772"/>
                    <a:pt x="478" y="0"/>
                  </a:cubicBezTo>
                  <a:close/>
                </a:path>
              </a:pathLst>
            </a:custGeom>
            <a:solidFill>
              <a:srgbClr val="5DD0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2328786" y="3800091"/>
              <a:ext cx="233307" cy="182723"/>
            </a:xfrm>
            <a:custGeom>
              <a:rect b="b" l="l" r="r" t="t"/>
              <a:pathLst>
                <a:path extrusionOk="0" h="3764" w="4806">
                  <a:moveTo>
                    <a:pt x="3789" y="0"/>
                  </a:moveTo>
                  <a:cubicBezTo>
                    <a:pt x="3722" y="0"/>
                    <a:pt x="3660" y="16"/>
                    <a:pt x="3608" y="46"/>
                  </a:cubicBezTo>
                  <a:lnTo>
                    <a:pt x="3605" y="46"/>
                  </a:lnTo>
                  <a:lnTo>
                    <a:pt x="212" y="1981"/>
                  </a:lnTo>
                  <a:lnTo>
                    <a:pt x="209" y="1984"/>
                  </a:lnTo>
                  <a:cubicBezTo>
                    <a:pt x="83" y="2059"/>
                    <a:pt x="4" y="2216"/>
                    <a:pt x="4" y="2438"/>
                  </a:cubicBezTo>
                  <a:cubicBezTo>
                    <a:pt x="1" y="2889"/>
                    <a:pt x="314" y="3438"/>
                    <a:pt x="703" y="3664"/>
                  </a:cubicBezTo>
                  <a:cubicBezTo>
                    <a:pt x="817" y="3731"/>
                    <a:pt x="926" y="3763"/>
                    <a:pt x="1021" y="3763"/>
                  </a:cubicBezTo>
                  <a:cubicBezTo>
                    <a:pt x="1088" y="3763"/>
                    <a:pt x="1149" y="3747"/>
                    <a:pt x="1201" y="3718"/>
                  </a:cubicBezTo>
                  <a:lnTo>
                    <a:pt x="4594" y="1780"/>
                  </a:lnTo>
                  <a:cubicBezTo>
                    <a:pt x="4724" y="1708"/>
                    <a:pt x="4806" y="1551"/>
                    <a:pt x="4806" y="1322"/>
                  </a:cubicBezTo>
                  <a:cubicBezTo>
                    <a:pt x="4806" y="871"/>
                    <a:pt x="4492" y="326"/>
                    <a:pt x="4103" y="97"/>
                  </a:cubicBezTo>
                  <a:cubicBezTo>
                    <a:pt x="3991" y="31"/>
                    <a:pt x="3884" y="0"/>
                    <a:pt x="378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343883" y="3838585"/>
              <a:ext cx="218210" cy="144227"/>
            </a:xfrm>
            <a:custGeom>
              <a:rect b="b" l="l" r="r" t="t"/>
              <a:pathLst>
                <a:path extrusionOk="0" h="2971" w="4495">
                  <a:moveTo>
                    <a:pt x="4375" y="0"/>
                  </a:moveTo>
                  <a:lnTo>
                    <a:pt x="0" y="2505"/>
                  </a:lnTo>
                  <a:cubicBezTo>
                    <a:pt x="112" y="2655"/>
                    <a:pt x="246" y="2789"/>
                    <a:pt x="392" y="2871"/>
                  </a:cubicBezTo>
                  <a:cubicBezTo>
                    <a:pt x="506" y="2938"/>
                    <a:pt x="615" y="2970"/>
                    <a:pt x="710" y="2970"/>
                  </a:cubicBezTo>
                  <a:cubicBezTo>
                    <a:pt x="777" y="2970"/>
                    <a:pt x="838" y="2954"/>
                    <a:pt x="890" y="2925"/>
                  </a:cubicBezTo>
                  <a:lnTo>
                    <a:pt x="4283" y="987"/>
                  </a:lnTo>
                  <a:cubicBezTo>
                    <a:pt x="4413" y="915"/>
                    <a:pt x="4495" y="758"/>
                    <a:pt x="4495" y="529"/>
                  </a:cubicBezTo>
                  <a:cubicBezTo>
                    <a:pt x="4495" y="362"/>
                    <a:pt x="4450" y="177"/>
                    <a:pt x="4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768599" y="3893924"/>
              <a:ext cx="622201" cy="438556"/>
            </a:xfrm>
            <a:custGeom>
              <a:rect b="b" l="l" r="r" t="t"/>
              <a:pathLst>
                <a:path extrusionOk="0" h="9034" w="12817">
                  <a:moveTo>
                    <a:pt x="11493" y="0"/>
                  </a:moveTo>
                  <a:cubicBezTo>
                    <a:pt x="11409" y="0"/>
                    <a:pt x="11331" y="19"/>
                    <a:pt x="11264" y="55"/>
                  </a:cubicBezTo>
                  <a:lnTo>
                    <a:pt x="11254" y="58"/>
                  </a:lnTo>
                  <a:lnTo>
                    <a:pt x="11254" y="61"/>
                  </a:lnTo>
                  <a:lnTo>
                    <a:pt x="1" y="6069"/>
                  </a:lnTo>
                  <a:lnTo>
                    <a:pt x="1680" y="9034"/>
                  </a:lnTo>
                  <a:lnTo>
                    <a:pt x="12544" y="2317"/>
                  </a:lnTo>
                  <a:cubicBezTo>
                    <a:pt x="12711" y="2222"/>
                    <a:pt x="12814" y="2017"/>
                    <a:pt x="12817" y="1723"/>
                  </a:cubicBezTo>
                  <a:cubicBezTo>
                    <a:pt x="12817" y="1137"/>
                    <a:pt x="12411" y="423"/>
                    <a:pt x="11902" y="126"/>
                  </a:cubicBezTo>
                  <a:cubicBezTo>
                    <a:pt x="11756" y="41"/>
                    <a:pt x="11616" y="0"/>
                    <a:pt x="114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390727" y="3976737"/>
              <a:ext cx="49" cy="728"/>
            </a:xfrm>
            <a:custGeom>
              <a:rect b="b" l="l" r="r" t="t"/>
              <a:pathLst>
                <a:path extrusionOk="0" h="15" w="1">
                  <a:moveTo>
                    <a:pt x="1" y="11"/>
                  </a:moveTo>
                  <a:lnTo>
                    <a:pt x="1" y="14"/>
                  </a:lnTo>
                  <a:lnTo>
                    <a:pt x="1" y="11"/>
                  </a:lnTo>
                  <a:close/>
                  <a:moveTo>
                    <a:pt x="1" y="7"/>
                  </a:moveTo>
                  <a:lnTo>
                    <a:pt x="1" y="7"/>
                  </a:lnTo>
                  <a:lnTo>
                    <a:pt x="1" y="7"/>
                  </a:lnTo>
                  <a:close/>
                  <a:moveTo>
                    <a:pt x="1" y="4"/>
                  </a:moveTo>
                  <a:lnTo>
                    <a:pt x="1" y="4"/>
                  </a:lnTo>
                  <a:lnTo>
                    <a:pt x="1" y="4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22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1849277" y="3930525"/>
              <a:ext cx="541519" cy="400836"/>
            </a:xfrm>
            <a:custGeom>
              <a:rect b="b" l="l" r="r" t="t"/>
              <a:pathLst>
                <a:path extrusionOk="0" h="8257" w="11155">
                  <a:moveTo>
                    <a:pt x="10848" y="0"/>
                  </a:moveTo>
                  <a:lnTo>
                    <a:pt x="1" y="6263"/>
                  </a:lnTo>
                  <a:cubicBezTo>
                    <a:pt x="234" y="6652"/>
                    <a:pt x="380" y="7096"/>
                    <a:pt x="380" y="7495"/>
                  </a:cubicBezTo>
                  <a:lnTo>
                    <a:pt x="380" y="7502"/>
                  </a:lnTo>
                  <a:cubicBezTo>
                    <a:pt x="377" y="7864"/>
                    <a:pt x="257" y="8123"/>
                    <a:pt x="59" y="8256"/>
                  </a:cubicBezTo>
                  <a:lnTo>
                    <a:pt x="10882" y="1563"/>
                  </a:lnTo>
                  <a:cubicBezTo>
                    <a:pt x="11049" y="1468"/>
                    <a:pt x="11152" y="1263"/>
                    <a:pt x="11155" y="969"/>
                  </a:cubicBezTo>
                  <a:lnTo>
                    <a:pt x="11155" y="966"/>
                  </a:lnTo>
                  <a:lnTo>
                    <a:pt x="11155" y="963"/>
                  </a:lnTo>
                  <a:lnTo>
                    <a:pt x="11155" y="959"/>
                  </a:lnTo>
                  <a:lnTo>
                    <a:pt x="11155" y="956"/>
                  </a:lnTo>
                  <a:lnTo>
                    <a:pt x="11155" y="953"/>
                  </a:lnTo>
                  <a:cubicBezTo>
                    <a:pt x="11152" y="642"/>
                    <a:pt x="11032" y="298"/>
                    <a:pt x="10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2" name="Google Shape;312;p20"/>
          <p:cNvSpPr txBox="1"/>
          <p:nvPr>
            <p:ph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3" name="Google Shape;313;p20"/>
          <p:cNvSpPr txBox="1"/>
          <p:nvPr>
            <p:ph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4" name="Google Shape;314;p20"/>
          <p:cNvSpPr txBox="1"/>
          <p:nvPr>
            <p:ph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5" name="Google Shape;315;p20"/>
          <p:cNvSpPr txBox="1"/>
          <p:nvPr>
            <p:ph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6" name="Google Shape;316;p20"/>
          <p:cNvSpPr txBox="1"/>
          <p:nvPr>
            <p:ph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7" name="Google Shape;317;p20"/>
          <p:cNvSpPr txBox="1"/>
          <p:nvPr>
            <p:ph idx="4" type="subTitle"/>
          </p:nvPr>
        </p:nvSpPr>
        <p:spPr>
          <a:xfrm>
            <a:off x="1392152" y="579250"/>
            <a:ext cx="12486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Positions in the company</a:t>
            </a:r>
            <a:endParaRPr/>
          </a:p>
        </p:txBody>
      </p:sp>
      <p:sp>
        <p:nvSpPr>
          <p:cNvPr id="318" name="Google Shape;318;p20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in the world</a:t>
            </a:r>
            <a:endParaRPr/>
          </a:p>
        </p:txBody>
      </p:sp>
      <p:sp>
        <p:nvSpPr>
          <p:cNvPr id="319" name="Google Shape;319;p20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a Devops ?</a:t>
            </a:r>
            <a:endParaRPr/>
          </a:p>
        </p:txBody>
      </p:sp>
      <p:sp>
        <p:nvSpPr>
          <p:cNvPr id="320" name="Google Shape;320;p20"/>
          <p:cNvSpPr txBox="1"/>
          <p:nvPr>
            <p:ph idx="1" type="subTitle"/>
          </p:nvPr>
        </p:nvSpPr>
        <p:spPr>
          <a:xfrm>
            <a:off x="6825175" y="3742225"/>
            <a:ext cx="18768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after this presentation</a:t>
            </a:r>
            <a:endParaRPr/>
          </a:p>
        </p:txBody>
      </p:sp>
      <p:sp>
        <p:nvSpPr>
          <p:cNvPr id="321" name="Google Shape;321;p20"/>
          <p:cNvSpPr txBox="1"/>
          <p:nvPr>
            <p:ph idx="2" type="subTitle"/>
          </p:nvPr>
        </p:nvSpPr>
        <p:spPr>
          <a:xfrm>
            <a:off x="6825175" y="2380050"/>
            <a:ext cx="160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 by a Devops</a:t>
            </a:r>
            <a:endParaRPr/>
          </a:p>
        </p:txBody>
      </p:sp>
      <p:sp>
        <p:nvSpPr>
          <p:cNvPr id="322" name="Google Shape;322;p20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Devops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856201" y="1666525"/>
            <a:ext cx="32568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in the company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21"/>
          <p:cNvGrpSpPr/>
          <p:nvPr/>
        </p:nvGrpSpPr>
        <p:grpSpPr>
          <a:xfrm>
            <a:off x="5588733" y="2297842"/>
            <a:ext cx="790685" cy="1839751"/>
            <a:chOff x="4593707" y="2226241"/>
            <a:chExt cx="711368" cy="1655196"/>
          </a:xfrm>
        </p:grpSpPr>
        <p:sp>
          <p:nvSpPr>
            <p:cNvPr id="330" name="Google Shape;330;p21"/>
            <p:cNvSpPr/>
            <p:nvPr/>
          </p:nvSpPr>
          <p:spPr>
            <a:xfrm>
              <a:off x="4593707" y="3585540"/>
              <a:ext cx="681250" cy="295897"/>
            </a:xfrm>
            <a:custGeom>
              <a:rect b="b" l="l" r="r" t="t"/>
              <a:pathLst>
                <a:path extrusionOk="0" h="6728" w="15490">
                  <a:moveTo>
                    <a:pt x="7746" y="1"/>
                  </a:moveTo>
                  <a:cubicBezTo>
                    <a:pt x="5941" y="1"/>
                    <a:pt x="4134" y="328"/>
                    <a:pt x="2755" y="984"/>
                  </a:cubicBezTo>
                  <a:cubicBezTo>
                    <a:pt x="1" y="2298"/>
                    <a:pt x="1" y="4427"/>
                    <a:pt x="2755" y="5742"/>
                  </a:cubicBezTo>
                  <a:cubicBezTo>
                    <a:pt x="4134" y="6399"/>
                    <a:pt x="5941" y="6727"/>
                    <a:pt x="7746" y="6727"/>
                  </a:cubicBezTo>
                  <a:cubicBezTo>
                    <a:pt x="9552" y="6727"/>
                    <a:pt x="11358" y="6399"/>
                    <a:pt x="12735" y="5742"/>
                  </a:cubicBezTo>
                  <a:cubicBezTo>
                    <a:pt x="15489" y="4427"/>
                    <a:pt x="15489" y="2298"/>
                    <a:pt x="12735" y="984"/>
                  </a:cubicBezTo>
                  <a:cubicBezTo>
                    <a:pt x="11358" y="328"/>
                    <a:pt x="9552" y="1"/>
                    <a:pt x="774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4723093" y="2551245"/>
              <a:ext cx="42837" cy="166156"/>
            </a:xfrm>
            <a:custGeom>
              <a:rect b="b" l="l" r="r" t="t"/>
              <a:pathLst>
                <a:path extrusionOk="0" h="3778" w="974">
                  <a:moveTo>
                    <a:pt x="974" y="0"/>
                  </a:moveTo>
                  <a:cubicBezTo>
                    <a:pt x="510" y="0"/>
                    <a:pt x="93" y="416"/>
                    <a:pt x="93" y="1618"/>
                  </a:cubicBezTo>
                  <a:cubicBezTo>
                    <a:pt x="93" y="2815"/>
                    <a:pt x="1" y="3778"/>
                    <a:pt x="735" y="3778"/>
                  </a:cubicBezTo>
                  <a:lnTo>
                    <a:pt x="974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4727051" y="2553048"/>
              <a:ext cx="28367" cy="160923"/>
            </a:xfrm>
            <a:custGeom>
              <a:rect b="b" l="l" r="r" t="t"/>
              <a:pathLst>
                <a:path extrusionOk="0" h="3659" w="645">
                  <a:moveTo>
                    <a:pt x="645" y="0"/>
                  </a:moveTo>
                  <a:cubicBezTo>
                    <a:pt x="287" y="130"/>
                    <a:pt x="3" y="587"/>
                    <a:pt x="3" y="1577"/>
                  </a:cubicBezTo>
                  <a:cubicBezTo>
                    <a:pt x="3" y="1819"/>
                    <a:pt x="0" y="2054"/>
                    <a:pt x="0" y="2270"/>
                  </a:cubicBezTo>
                  <a:cubicBezTo>
                    <a:pt x="0" y="2946"/>
                    <a:pt x="37" y="3467"/>
                    <a:pt x="341" y="3658"/>
                  </a:cubicBezTo>
                  <a:cubicBezTo>
                    <a:pt x="440" y="3331"/>
                    <a:pt x="542" y="2993"/>
                    <a:pt x="645" y="2662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4755374" y="2503352"/>
              <a:ext cx="262737" cy="436853"/>
            </a:xfrm>
            <a:custGeom>
              <a:rect b="b" l="l" r="r" t="t"/>
              <a:pathLst>
                <a:path extrusionOk="0" h="9933" w="5974">
                  <a:moveTo>
                    <a:pt x="103" y="1"/>
                  </a:moveTo>
                  <a:cubicBezTo>
                    <a:pt x="48" y="1"/>
                    <a:pt x="1" y="45"/>
                    <a:pt x="1" y="103"/>
                  </a:cubicBezTo>
                  <a:lnTo>
                    <a:pt x="1" y="9830"/>
                  </a:lnTo>
                  <a:cubicBezTo>
                    <a:pt x="1" y="9887"/>
                    <a:pt x="48" y="9932"/>
                    <a:pt x="103" y="9932"/>
                  </a:cubicBezTo>
                  <a:lnTo>
                    <a:pt x="5871" y="9932"/>
                  </a:lnTo>
                  <a:cubicBezTo>
                    <a:pt x="5930" y="9932"/>
                    <a:pt x="5974" y="9887"/>
                    <a:pt x="5974" y="9830"/>
                  </a:cubicBezTo>
                  <a:lnTo>
                    <a:pt x="5974" y="103"/>
                  </a:lnTo>
                  <a:cubicBezTo>
                    <a:pt x="5974" y="45"/>
                    <a:pt x="5930" y="1"/>
                    <a:pt x="58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5043435" y="2527496"/>
              <a:ext cx="112633" cy="162770"/>
            </a:xfrm>
            <a:custGeom>
              <a:rect b="b" l="l" r="r" t="t"/>
              <a:pathLst>
                <a:path extrusionOk="0" h="3701" w="2561">
                  <a:moveTo>
                    <a:pt x="0" y="0"/>
                  </a:moveTo>
                  <a:lnTo>
                    <a:pt x="0" y="3700"/>
                  </a:lnTo>
                  <a:lnTo>
                    <a:pt x="2560" y="3700"/>
                  </a:lnTo>
                  <a:lnTo>
                    <a:pt x="1809" y="953"/>
                  </a:lnTo>
                  <a:cubicBezTo>
                    <a:pt x="1659" y="389"/>
                    <a:pt x="1147" y="0"/>
                    <a:pt x="567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4718168" y="2536952"/>
              <a:ext cx="182869" cy="280153"/>
            </a:xfrm>
            <a:custGeom>
              <a:rect b="b" l="l" r="r" t="t"/>
              <a:pathLst>
                <a:path extrusionOk="0" h="6370" w="4158">
                  <a:moveTo>
                    <a:pt x="2953" y="1"/>
                  </a:moveTo>
                  <a:cubicBezTo>
                    <a:pt x="2403" y="62"/>
                    <a:pt x="1857" y="130"/>
                    <a:pt x="1400" y="1359"/>
                  </a:cubicBezTo>
                  <a:cubicBezTo>
                    <a:pt x="1052" y="2294"/>
                    <a:pt x="386" y="4533"/>
                    <a:pt x="92" y="5540"/>
                  </a:cubicBezTo>
                  <a:cubicBezTo>
                    <a:pt x="1" y="5851"/>
                    <a:pt x="116" y="6182"/>
                    <a:pt x="379" y="6369"/>
                  </a:cubicBezTo>
                  <a:lnTo>
                    <a:pt x="1772" y="5462"/>
                  </a:lnTo>
                  <a:cubicBezTo>
                    <a:pt x="2212" y="4427"/>
                    <a:pt x="2895" y="2854"/>
                    <a:pt x="2895" y="2854"/>
                  </a:cubicBezTo>
                  <a:lnTo>
                    <a:pt x="3188" y="3516"/>
                  </a:lnTo>
                  <a:cubicBezTo>
                    <a:pt x="3188" y="3516"/>
                    <a:pt x="4007" y="2800"/>
                    <a:pt x="4059" y="1899"/>
                  </a:cubicBezTo>
                  <a:cubicBezTo>
                    <a:pt x="4158" y="202"/>
                    <a:pt x="2953" y="1"/>
                    <a:pt x="295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4848609" y="2226241"/>
              <a:ext cx="263308" cy="247256"/>
            </a:xfrm>
            <a:custGeom>
              <a:rect b="b" l="l" r="r" t="t"/>
              <a:pathLst>
                <a:path extrusionOk="0" h="5622" w="5987">
                  <a:moveTo>
                    <a:pt x="2994" y="1"/>
                  </a:moveTo>
                  <a:cubicBezTo>
                    <a:pt x="1342" y="1"/>
                    <a:pt x="1" y="1339"/>
                    <a:pt x="1" y="2991"/>
                  </a:cubicBezTo>
                  <a:cubicBezTo>
                    <a:pt x="1" y="4445"/>
                    <a:pt x="1181" y="5622"/>
                    <a:pt x="2632" y="5622"/>
                  </a:cubicBezTo>
                  <a:lnTo>
                    <a:pt x="3355" y="5622"/>
                  </a:lnTo>
                  <a:cubicBezTo>
                    <a:pt x="4809" y="5622"/>
                    <a:pt x="5987" y="4445"/>
                    <a:pt x="5987" y="2991"/>
                  </a:cubicBezTo>
                  <a:cubicBezTo>
                    <a:pt x="5987" y="1339"/>
                    <a:pt x="4645" y="1"/>
                    <a:pt x="2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4642832" y="3508093"/>
              <a:ext cx="178471" cy="183397"/>
            </a:xfrm>
            <a:custGeom>
              <a:rect b="b" l="l" r="r" t="t"/>
              <a:pathLst>
                <a:path extrusionOk="0" h="4170" w="4058">
                  <a:moveTo>
                    <a:pt x="934" y="1"/>
                  </a:moveTo>
                  <a:cubicBezTo>
                    <a:pt x="761" y="1"/>
                    <a:pt x="629" y="239"/>
                    <a:pt x="454" y="434"/>
                  </a:cubicBezTo>
                  <a:cubicBezTo>
                    <a:pt x="310" y="598"/>
                    <a:pt x="82" y="857"/>
                    <a:pt x="48" y="1045"/>
                  </a:cubicBezTo>
                  <a:cubicBezTo>
                    <a:pt x="0" y="1322"/>
                    <a:pt x="249" y="1755"/>
                    <a:pt x="523" y="1994"/>
                  </a:cubicBezTo>
                  <a:cubicBezTo>
                    <a:pt x="799" y="2236"/>
                    <a:pt x="1120" y="2407"/>
                    <a:pt x="1219" y="2932"/>
                  </a:cubicBezTo>
                  <a:cubicBezTo>
                    <a:pt x="1321" y="3458"/>
                    <a:pt x="1522" y="3769"/>
                    <a:pt x="2068" y="4004"/>
                  </a:cubicBezTo>
                  <a:cubicBezTo>
                    <a:pt x="2340" y="4122"/>
                    <a:pt x="2652" y="4169"/>
                    <a:pt x="2939" y="4169"/>
                  </a:cubicBezTo>
                  <a:cubicBezTo>
                    <a:pt x="3283" y="4169"/>
                    <a:pt x="3588" y="4101"/>
                    <a:pt x="3738" y="4004"/>
                  </a:cubicBezTo>
                  <a:cubicBezTo>
                    <a:pt x="4058" y="3796"/>
                    <a:pt x="3765" y="3571"/>
                    <a:pt x="3314" y="2926"/>
                  </a:cubicBezTo>
                  <a:cubicBezTo>
                    <a:pt x="2727" y="2086"/>
                    <a:pt x="2270" y="1486"/>
                    <a:pt x="2270" y="700"/>
                  </a:cubicBezTo>
                  <a:lnTo>
                    <a:pt x="1038" y="28"/>
                  </a:lnTo>
                  <a:cubicBezTo>
                    <a:pt x="1001" y="9"/>
                    <a:pt x="96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4678675" y="3478979"/>
              <a:ext cx="90863" cy="77713"/>
            </a:xfrm>
            <a:custGeom>
              <a:rect b="b" l="l" r="r" t="t"/>
              <a:pathLst>
                <a:path extrusionOk="0" h="1767" w="2066">
                  <a:moveTo>
                    <a:pt x="694" y="1"/>
                  </a:moveTo>
                  <a:lnTo>
                    <a:pt x="209" y="707"/>
                  </a:lnTo>
                  <a:cubicBezTo>
                    <a:pt x="1" y="1014"/>
                    <a:pt x="66" y="1441"/>
                    <a:pt x="373" y="1649"/>
                  </a:cubicBezTo>
                  <a:cubicBezTo>
                    <a:pt x="379" y="1653"/>
                    <a:pt x="383" y="1656"/>
                    <a:pt x="390" y="1659"/>
                  </a:cubicBezTo>
                  <a:cubicBezTo>
                    <a:pt x="502" y="1732"/>
                    <a:pt x="628" y="1766"/>
                    <a:pt x="755" y="1766"/>
                  </a:cubicBezTo>
                  <a:cubicBezTo>
                    <a:pt x="960" y="1766"/>
                    <a:pt x="1166" y="1677"/>
                    <a:pt x="1311" y="1516"/>
                  </a:cubicBezTo>
                  <a:lnTo>
                    <a:pt x="2066" y="69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4704050" y="2876469"/>
              <a:ext cx="411785" cy="652399"/>
            </a:xfrm>
            <a:custGeom>
              <a:rect b="b" l="l" r="r" t="t"/>
              <a:pathLst>
                <a:path extrusionOk="0" h="14834" w="9363">
                  <a:moveTo>
                    <a:pt x="4929" y="1"/>
                  </a:moveTo>
                  <a:lnTo>
                    <a:pt x="5090" y="7055"/>
                  </a:lnTo>
                  <a:cubicBezTo>
                    <a:pt x="5090" y="7055"/>
                    <a:pt x="3315" y="8291"/>
                    <a:pt x="2817" y="9096"/>
                  </a:cubicBezTo>
                  <a:cubicBezTo>
                    <a:pt x="2315" y="9906"/>
                    <a:pt x="1" y="13838"/>
                    <a:pt x="1" y="13838"/>
                  </a:cubicBezTo>
                  <a:cubicBezTo>
                    <a:pt x="155" y="14766"/>
                    <a:pt x="1113" y="14834"/>
                    <a:pt x="1113" y="14834"/>
                  </a:cubicBezTo>
                  <a:cubicBezTo>
                    <a:pt x="1113" y="14834"/>
                    <a:pt x="6755" y="9339"/>
                    <a:pt x="6953" y="9005"/>
                  </a:cubicBezTo>
                  <a:cubicBezTo>
                    <a:pt x="7147" y="8670"/>
                    <a:pt x="7704" y="7806"/>
                    <a:pt x="8321" y="6192"/>
                  </a:cubicBezTo>
                  <a:cubicBezTo>
                    <a:pt x="8976" y="4468"/>
                    <a:pt x="9362" y="1789"/>
                    <a:pt x="9332" y="888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5026767" y="3628199"/>
              <a:ext cx="69840" cy="88444"/>
            </a:xfrm>
            <a:custGeom>
              <a:rect b="b" l="l" r="r" t="t"/>
              <a:pathLst>
                <a:path extrusionOk="0" h="2011" w="1588">
                  <a:moveTo>
                    <a:pt x="1192" y="1"/>
                  </a:moveTo>
                  <a:lnTo>
                    <a:pt x="0" y="273"/>
                  </a:lnTo>
                  <a:lnTo>
                    <a:pt x="393" y="2011"/>
                  </a:lnTo>
                  <a:lnTo>
                    <a:pt x="1588" y="1737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4822793" y="2872115"/>
              <a:ext cx="268410" cy="785087"/>
            </a:xfrm>
            <a:custGeom>
              <a:rect b="b" l="l" r="r" t="t"/>
              <a:pathLst>
                <a:path extrusionOk="0" h="17851" w="6103">
                  <a:moveTo>
                    <a:pt x="5588" y="1"/>
                  </a:moveTo>
                  <a:lnTo>
                    <a:pt x="509" y="199"/>
                  </a:lnTo>
                  <a:cubicBezTo>
                    <a:pt x="335" y="622"/>
                    <a:pt x="0" y="1390"/>
                    <a:pt x="86" y="2605"/>
                  </a:cubicBezTo>
                  <a:cubicBezTo>
                    <a:pt x="253" y="5083"/>
                    <a:pt x="2601" y="9513"/>
                    <a:pt x="2601" y="9513"/>
                  </a:cubicBezTo>
                  <a:cubicBezTo>
                    <a:pt x="2574" y="9851"/>
                    <a:pt x="2431" y="11264"/>
                    <a:pt x="2751" y="12516"/>
                  </a:cubicBezTo>
                  <a:cubicBezTo>
                    <a:pt x="3260" y="14493"/>
                    <a:pt x="4638" y="17837"/>
                    <a:pt x="4638" y="17837"/>
                  </a:cubicBezTo>
                  <a:cubicBezTo>
                    <a:pt x="4638" y="17837"/>
                    <a:pt x="4733" y="17851"/>
                    <a:pt x="4874" y="17851"/>
                  </a:cubicBezTo>
                  <a:cubicBezTo>
                    <a:pt x="5162" y="17851"/>
                    <a:pt x="5644" y="17796"/>
                    <a:pt x="5932" y="17462"/>
                  </a:cubicBezTo>
                  <a:cubicBezTo>
                    <a:pt x="5932" y="17462"/>
                    <a:pt x="5167" y="10670"/>
                    <a:pt x="4959" y="8929"/>
                  </a:cubicBezTo>
                  <a:cubicBezTo>
                    <a:pt x="4737" y="7045"/>
                    <a:pt x="4167" y="3608"/>
                    <a:pt x="4167" y="3608"/>
                  </a:cubicBezTo>
                  <a:cubicBezTo>
                    <a:pt x="4167" y="3608"/>
                    <a:pt x="4564" y="3247"/>
                    <a:pt x="5191" y="2380"/>
                  </a:cubicBezTo>
                  <a:cubicBezTo>
                    <a:pt x="6103" y="1121"/>
                    <a:pt x="5963" y="1"/>
                    <a:pt x="5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032177" y="3671255"/>
              <a:ext cx="183748" cy="131632"/>
            </a:xfrm>
            <a:custGeom>
              <a:rect b="b" l="l" r="r" t="t"/>
              <a:pathLst>
                <a:path extrusionOk="0" h="2993" w="4178">
                  <a:moveTo>
                    <a:pt x="1290" y="0"/>
                  </a:moveTo>
                  <a:lnTo>
                    <a:pt x="1331" y="172"/>
                  </a:lnTo>
                  <a:cubicBezTo>
                    <a:pt x="1430" y="506"/>
                    <a:pt x="1055" y="553"/>
                    <a:pt x="854" y="561"/>
                  </a:cubicBezTo>
                  <a:cubicBezTo>
                    <a:pt x="836" y="561"/>
                    <a:pt x="819" y="562"/>
                    <a:pt x="801" y="562"/>
                  </a:cubicBezTo>
                  <a:cubicBezTo>
                    <a:pt x="535" y="562"/>
                    <a:pt x="229" y="474"/>
                    <a:pt x="127" y="400"/>
                  </a:cubicBezTo>
                  <a:cubicBezTo>
                    <a:pt x="127" y="400"/>
                    <a:pt x="107" y="298"/>
                    <a:pt x="99" y="271"/>
                  </a:cubicBezTo>
                  <a:cubicBezTo>
                    <a:pt x="99" y="271"/>
                    <a:pt x="98" y="271"/>
                    <a:pt x="97" y="271"/>
                  </a:cubicBezTo>
                  <a:cubicBezTo>
                    <a:pt x="20" y="271"/>
                    <a:pt x="14" y="514"/>
                    <a:pt x="7" y="738"/>
                  </a:cubicBezTo>
                  <a:cubicBezTo>
                    <a:pt x="0" y="980"/>
                    <a:pt x="11" y="1263"/>
                    <a:pt x="82" y="1380"/>
                  </a:cubicBezTo>
                  <a:cubicBezTo>
                    <a:pt x="212" y="1588"/>
                    <a:pt x="594" y="1731"/>
                    <a:pt x="782" y="1892"/>
                  </a:cubicBezTo>
                  <a:cubicBezTo>
                    <a:pt x="973" y="2056"/>
                    <a:pt x="1144" y="2431"/>
                    <a:pt x="1383" y="2656"/>
                  </a:cubicBezTo>
                  <a:cubicBezTo>
                    <a:pt x="1605" y="2866"/>
                    <a:pt x="2291" y="2992"/>
                    <a:pt x="2727" y="2992"/>
                  </a:cubicBezTo>
                  <a:cubicBezTo>
                    <a:pt x="2759" y="2992"/>
                    <a:pt x="2790" y="2992"/>
                    <a:pt x="2819" y="2990"/>
                  </a:cubicBezTo>
                  <a:cubicBezTo>
                    <a:pt x="3676" y="2943"/>
                    <a:pt x="4178" y="2421"/>
                    <a:pt x="3834" y="2164"/>
                  </a:cubicBezTo>
                  <a:cubicBezTo>
                    <a:pt x="3571" y="1974"/>
                    <a:pt x="3065" y="1725"/>
                    <a:pt x="2485" y="1301"/>
                  </a:cubicBezTo>
                  <a:cubicBezTo>
                    <a:pt x="1953" y="912"/>
                    <a:pt x="1417" y="25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5006053" y="2995212"/>
              <a:ext cx="49741" cy="218888"/>
            </a:xfrm>
            <a:custGeom>
              <a:rect b="b" l="l" r="r" t="t"/>
              <a:pathLst>
                <a:path extrusionOk="0" h="4977" w="1131">
                  <a:moveTo>
                    <a:pt x="1131" y="1"/>
                  </a:moveTo>
                  <a:lnTo>
                    <a:pt x="1131" y="1"/>
                  </a:lnTo>
                  <a:cubicBezTo>
                    <a:pt x="819" y="352"/>
                    <a:pt x="0" y="809"/>
                    <a:pt x="0" y="809"/>
                  </a:cubicBezTo>
                  <a:cubicBezTo>
                    <a:pt x="137" y="1370"/>
                    <a:pt x="642" y="4977"/>
                    <a:pt x="642" y="4977"/>
                  </a:cubicBezTo>
                  <a:lnTo>
                    <a:pt x="356" y="967"/>
                  </a:lnTo>
                  <a:cubicBezTo>
                    <a:pt x="762" y="537"/>
                    <a:pt x="1130" y="1"/>
                    <a:pt x="1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4899492" y="3208817"/>
              <a:ext cx="37735" cy="155249"/>
            </a:xfrm>
            <a:custGeom>
              <a:rect b="b" l="l" r="r" t="t"/>
              <a:pathLst>
                <a:path extrusionOk="0" h="3530" w="858">
                  <a:moveTo>
                    <a:pt x="0" y="0"/>
                  </a:moveTo>
                  <a:lnTo>
                    <a:pt x="0" y="0"/>
                  </a:lnTo>
                  <a:cubicBezTo>
                    <a:pt x="167" y="960"/>
                    <a:pt x="629" y="1966"/>
                    <a:pt x="629" y="1966"/>
                  </a:cubicBezTo>
                  <a:cubicBezTo>
                    <a:pt x="468" y="2557"/>
                    <a:pt x="485" y="3529"/>
                    <a:pt x="485" y="3529"/>
                  </a:cubicBezTo>
                  <a:lnTo>
                    <a:pt x="805" y="3250"/>
                  </a:lnTo>
                  <a:cubicBezTo>
                    <a:pt x="796" y="3014"/>
                    <a:pt x="857" y="1857"/>
                    <a:pt x="857" y="1857"/>
                  </a:cubicBezTo>
                  <a:cubicBezTo>
                    <a:pt x="611" y="1519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4834360" y="2521515"/>
              <a:ext cx="285826" cy="437865"/>
            </a:xfrm>
            <a:custGeom>
              <a:rect b="b" l="l" r="r" t="t"/>
              <a:pathLst>
                <a:path extrusionOk="0" h="9956" w="6499">
                  <a:moveTo>
                    <a:pt x="4178" y="0"/>
                  </a:moveTo>
                  <a:lnTo>
                    <a:pt x="2102" y="62"/>
                  </a:lnTo>
                  <a:cubicBezTo>
                    <a:pt x="2102" y="62"/>
                    <a:pt x="522" y="256"/>
                    <a:pt x="311" y="352"/>
                  </a:cubicBezTo>
                  <a:cubicBezTo>
                    <a:pt x="1362" y="1417"/>
                    <a:pt x="546" y="3867"/>
                    <a:pt x="546" y="3867"/>
                  </a:cubicBezTo>
                  <a:lnTo>
                    <a:pt x="1426" y="6304"/>
                  </a:lnTo>
                  <a:cubicBezTo>
                    <a:pt x="809" y="7291"/>
                    <a:pt x="273" y="7911"/>
                    <a:pt x="0" y="8844"/>
                  </a:cubicBezTo>
                  <a:cubicBezTo>
                    <a:pt x="292" y="9184"/>
                    <a:pt x="1510" y="9955"/>
                    <a:pt x="3166" y="9955"/>
                  </a:cubicBezTo>
                  <a:cubicBezTo>
                    <a:pt x="4120" y="9955"/>
                    <a:pt x="5218" y="9700"/>
                    <a:pt x="6369" y="8959"/>
                  </a:cubicBezTo>
                  <a:cubicBezTo>
                    <a:pt x="6369" y="8959"/>
                    <a:pt x="6185" y="7188"/>
                    <a:pt x="5918" y="5846"/>
                  </a:cubicBezTo>
                  <a:cubicBezTo>
                    <a:pt x="6375" y="3673"/>
                    <a:pt x="6498" y="2908"/>
                    <a:pt x="6369" y="2400"/>
                  </a:cubicBezTo>
                  <a:cubicBezTo>
                    <a:pt x="5997" y="969"/>
                    <a:pt x="5150" y="51"/>
                    <a:pt x="4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4884320" y="2287020"/>
              <a:ext cx="215414" cy="296865"/>
            </a:xfrm>
            <a:custGeom>
              <a:rect b="b" l="l" r="r" t="t"/>
              <a:pathLst>
                <a:path extrusionOk="0" h="6750" w="4898">
                  <a:moveTo>
                    <a:pt x="4192" y="1"/>
                  </a:moveTo>
                  <a:cubicBezTo>
                    <a:pt x="4130" y="547"/>
                    <a:pt x="3779" y="1407"/>
                    <a:pt x="2864" y="1913"/>
                  </a:cubicBezTo>
                  <a:cubicBezTo>
                    <a:pt x="2028" y="2370"/>
                    <a:pt x="1381" y="2390"/>
                    <a:pt x="1275" y="2390"/>
                  </a:cubicBezTo>
                  <a:cubicBezTo>
                    <a:pt x="1265" y="2390"/>
                    <a:pt x="1260" y="2390"/>
                    <a:pt x="1260" y="2390"/>
                  </a:cubicBezTo>
                  <a:cubicBezTo>
                    <a:pt x="1143" y="2149"/>
                    <a:pt x="912" y="2025"/>
                    <a:pt x="687" y="2025"/>
                  </a:cubicBezTo>
                  <a:cubicBezTo>
                    <a:pt x="536" y="2025"/>
                    <a:pt x="388" y="2080"/>
                    <a:pt x="277" y="2192"/>
                  </a:cubicBezTo>
                  <a:cubicBezTo>
                    <a:pt x="0" y="2475"/>
                    <a:pt x="120" y="2998"/>
                    <a:pt x="475" y="3308"/>
                  </a:cubicBezTo>
                  <a:cubicBezTo>
                    <a:pt x="661" y="3471"/>
                    <a:pt x="814" y="3517"/>
                    <a:pt x="927" y="3517"/>
                  </a:cubicBezTo>
                  <a:cubicBezTo>
                    <a:pt x="1076" y="3517"/>
                    <a:pt x="1158" y="3438"/>
                    <a:pt x="1158" y="3438"/>
                  </a:cubicBezTo>
                  <a:lnTo>
                    <a:pt x="1158" y="3438"/>
                  </a:lnTo>
                  <a:lnTo>
                    <a:pt x="1147" y="5386"/>
                  </a:lnTo>
                  <a:cubicBezTo>
                    <a:pt x="1147" y="5386"/>
                    <a:pt x="1618" y="6128"/>
                    <a:pt x="2174" y="6506"/>
                  </a:cubicBezTo>
                  <a:cubicBezTo>
                    <a:pt x="2421" y="6673"/>
                    <a:pt x="2717" y="6749"/>
                    <a:pt x="2976" y="6749"/>
                  </a:cubicBezTo>
                  <a:cubicBezTo>
                    <a:pt x="3306" y="6749"/>
                    <a:pt x="3574" y="6625"/>
                    <a:pt x="3595" y="6407"/>
                  </a:cubicBezTo>
                  <a:cubicBezTo>
                    <a:pt x="3632" y="6018"/>
                    <a:pt x="3034" y="5325"/>
                    <a:pt x="3034" y="5325"/>
                  </a:cubicBezTo>
                  <a:lnTo>
                    <a:pt x="3034" y="4479"/>
                  </a:lnTo>
                  <a:cubicBezTo>
                    <a:pt x="3301" y="4524"/>
                    <a:pt x="3573" y="4564"/>
                    <a:pt x="3796" y="4564"/>
                  </a:cubicBezTo>
                  <a:cubicBezTo>
                    <a:pt x="3933" y="4564"/>
                    <a:pt x="4052" y="4549"/>
                    <a:pt x="4140" y="4510"/>
                  </a:cubicBezTo>
                  <a:cubicBezTo>
                    <a:pt x="4370" y="4411"/>
                    <a:pt x="4827" y="4060"/>
                    <a:pt x="4861" y="2650"/>
                  </a:cubicBezTo>
                  <a:cubicBezTo>
                    <a:pt x="4898" y="980"/>
                    <a:pt x="4506" y="185"/>
                    <a:pt x="41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5012826" y="2380123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80" y="0"/>
                  </a:moveTo>
                  <a:cubicBezTo>
                    <a:pt x="178" y="0"/>
                    <a:pt x="176" y="0"/>
                    <a:pt x="174" y="0"/>
                  </a:cubicBezTo>
                  <a:cubicBezTo>
                    <a:pt x="76" y="4"/>
                    <a:pt x="0" y="92"/>
                    <a:pt x="7" y="195"/>
                  </a:cubicBezTo>
                  <a:cubicBezTo>
                    <a:pt x="10" y="292"/>
                    <a:pt x="93" y="369"/>
                    <a:pt x="185" y="369"/>
                  </a:cubicBezTo>
                  <a:cubicBezTo>
                    <a:pt x="187" y="369"/>
                    <a:pt x="189" y="369"/>
                    <a:pt x="191" y="369"/>
                  </a:cubicBezTo>
                  <a:cubicBezTo>
                    <a:pt x="290" y="366"/>
                    <a:pt x="366" y="276"/>
                    <a:pt x="362" y="177"/>
                  </a:cubicBezTo>
                  <a:cubicBezTo>
                    <a:pt x="355" y="77"/>
                    <a:pt x="276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5029186" y="2440462"/>
              <a:ext cx="19703" cy="12798"/>
            </a:xfrm>
            <a:custGeom>
              <a:rect b="b" l="l" r="r" t="t"/>
              <a:pathLst>
                <a:path extrusionOk="0" h="291" w="448">
                  <a:moveTo>
                    <a:pt x="34" y="0"/>
                  </a:moveTo>
                  <a:cubicBezTo>
                    <a:pt x="0" y="120"/>
                    <a:pt x="65" y="246"/>
                    <a:pt x="181" y="280"/>
                  </a:cubicBezTo>
                  <a:cubicBezTo>
                    <a:pt x="203" y="287"/>
                    <a:pt x="225" y="290"/>
                    <a:pt x="246" y="290"/>
                  </a:cubicBezTo>
                  <a:cubicBezTo>
                    <a:pt x="336" y="290"/>
                    <a:pt x="420" y="230"/>
                    <a:pt x="447" y="133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5076903" y="2348590"/>
              <a:ext cx="18823" cy="15349"/>
            </a:xfrm>
            <a:custGeom>
              <a:rect b="b" l="l" r="r" t="t"/>
              <a:pathLst>
                <a:path extrusionOk="0" h="349" w="428">
                  <a:moveTo>
                    <a:pt x="178" y="1"/>
                  </a:moveTo>
                  <a:cubicBezTo>
                    <a:pt x="109" y="1"/>
                    <a:pt x="41" y="35"/>
                    <a:pt x="0" y="100"/>
                  </a:cubicBezTo>
                  <a:lnTo>
                    <a:pt x="359" y="349"/>
                  </a:lnTo>
                  <a:cubicBezTo>
                    <a:pt x="427" y="246"/>
                    <a:pt x="400" y="106"/>
                    <a:pt x="298" y="38"/>
                  </a:cubicBezTo>
                  <a:cubicBezTo>
                    <a:pt x="261" y="13"/>
                    <a:pt x="219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5073297" y="2374406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77" y="0"/>
                  </a:moveTo>
                  <a:cubicBezTo>
                    <a:pt x="175" y="0"/>
                    <a:pt x="173" y="0"/>
                    <a:pt x="171" y="0"/>
                  </a:cubicBezTo>
                  <a:cubicBezTo>
                    <a:pt x="76" y="8"/>
                    <a:pt x="0" y="93"/>
                    <a:pt x="4" y="195"/>
                  </a:cubicBezTo>
                  <a:cubicBezTo>
                    <a:pt x="11" y="293"/>
                    <a:pt x="86" y="369"/>
                    <a:pt x="179" y="369"/>
                  </a:cubicBezTo>
                  <a:cubicBezTo>
                    <a:pt x="183" y="369"/>
                    <a:pt x="187" y="369"/>
                    <a:pt x="191" y="369"/>
                  </a:cubicBezTo>
                  <a:cubicBezTo>
                    <a:pt x="287" y="365"/>
                    <a:pt x="366" y="280"/>
                    <a:pt x="359" y="178"/>
                  </a:cubicBezTo>
                  <a:cubicBezTo>
                    <a:pt x="355" y="78"/>
                    <a:pt x="273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5052275" y="2377704"/>
              <a:ext cx="26036" cy="47015"/>
            </a:xfrm>
            <a:custGeom>
              <a:rect b="b" l="l" r="r" t="t"/>
              <a:pathLst>
                <a:path extrusionOk="0" h="1069" w="592">
                  <a:moveTo>
                    <a:pt x="1" y="0"/>
                  </a:moveTo>
                  <a:lnTo>
                    <a:pt x="28" y="1069"/>
                  </a:lnTo>
                  <a:lnTo>
                    <a:pt x="592" y="8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4950200" y="2453216"/>
              <a:ext cx="67597" cy="43276"/>
            </a:xfrm>
            <a:custGeom>
              <a:rect b="b" l="l" r="r" t="t"/>
              <a:pathLst>
                <a:path extrusionOk="0" h="984" w="1537">
                  <a:moveTo>
                    <a:pt x="1" y="0"/>
                  </a:moveTo>
                  <a:cubicBezTo>
                    <a:pt x="1" y="0"/>
                    <a:pt x="52" y="232"/>
                    <a:pt x="328" y="471"/>
                  </a:cubicBezTo>
                  <a:cubicBezTo>
                    <a:pt x="608" y="714"/>
                    <a:pt x="1536" y="983"/>
                    <a:pt x="1536" y="983"/>
                  </a:cubicBezTo>
                  <a:lnTo>
                    <a:pt x="1536" y="700"/>
                  </a:lnTo>
                  <a:cubicBezTo>
                    <a:pt x="1083" y="638"/>
                    <a:pt x="148" y="372"/>
                    <a:pt x="1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4876228" y="2741541"/>
              <a:ext cx="54799" cy="74194"/>
            </a:xfrm>
            <a:custGeom>
              <a:rect b="b" l="l" r="r" t="t"/>
              <a:pathLst>
                <a:path extrusionOk="0" h="1687" w="1246">
                  <a:moveTo>
                    <a:pt x="0" y="1"/>
                  </a:moveTo>
                  <a:lnTo>
                    <a:pt x="474" y="1301"/>
                  </a:lnTo>
                  <a:lnTo>
                    <a:pt x="1246" y="16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4887178" y="2763619"/>
              <a:ext cx="43848" cy="52116"/>
            </a:xfrm>
            <a:custGeom>
              <a:rect b="b" l="l" r="r" t="t"/>
              <a:pathLst>
                <a:path extrusionOk="0" h="1185" w="997">
                  <a:moveTo>
                    <a:pt x="120" y="1"/>
                  </a:moveTo>
                  <a:cubicBezTo>
                    <a:pt x="79" y="62"/>
                    <a:pt x="41" y="119"/>
                    <a:pt x="0" y="178"/>
                  </a:cubicBezTo>
                  <a:lnTo>
                    <a:pt x="225" y="799"/>
                  </a:lnTo>
                  <a:lnTo>
                    <a:pt x="997" y="1184"/>
                  </a:lnTo>
                  <a:lnTo>
                    <a:pt x="997" y="1184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4734836" y="2777120"/>
              <a:ext cx="247300" cy="139637"/>
            </a:xfrm>
            <a:custGeom>
              <a:rect b="b" l="l" r="r" t="t"/>
              <a:pathLst>
                <a:path extrusionOk="0" h="3175" w="5623">
                  <a:moveTo>
                    <a:pt x="1393" y="1"/>
                  </a:moveTo>
                  <a:lnTo>
                    <a:pt x="0" y="908"/>
                  </a:lnTo>
                  <a:cubicBezTo>
                    <a:pt x="901" y="1557"/>
                    <a:pt x="2158" y="2308"/>
                    <a:pt x="2775" y="2516"/>
                  </a:cubicBezTo>
                  <a:cubicBezTo>
                    <a:pt x="3366" y="2711"/>
                    <a:pt x="3847" y="3052"/>
                    <a:pt x="4536" y="3175"/>
                  </a:cubicBezTo>
                  <a:lnTo>
                    <a:pt x="4915" y="1877"/>
                  </a:lnTo>
                  <a:cubicBezTo>
                    <a:pt x="4915" y="1857"/>
                    <a:pt x="4925" y="1837"/>
                    <a:pt x="4943" y="1816"/>
                  </a:cubicBezTo>
                  <a:cubicBezTo>
                    <a:pt x="5086" y="1649"/>
                    <a:pt x="5567" y="1301"/>
                    <a:pt x="5598" y="1216"/>
                  </a:cubicBezTo>
                  <a:cubicBezTo>
                    <a:pt x="5623" y="1153"/>
                    <a:pt x="5487" y="1094"/>
                    <a:pt x="5242" y="1094"/>
                  </a:cubicBezTo>
                  <a:cubicBezTo>
                    <a:pt x="5153" y="1094"/>
                    <a:pt x="5050" y="1102"/>
                    <a:pt x="4935" y="1120"/>
                  </a:cubicBezTo>
                  <a:cubicBezTo>
                    <a:pt x="4530" y="1184"/>
                    <a:pt x="3761" y="1397"/>
                    <a:pt x="3214" y="1397"/>
                  </a:cubicBezTo>
                  <a:cubicBezTo>
                    <a:pt x="3176" y="1397"/>
                    <a:pt x="3139" y="1396"/>
                    <a:pt x="3103" y="1393"/>
                  </a:cubicBezTo>
                  <a:cubicBezTo>
                    <a:pt x="2744" y="1369"/>
                    <a:pt x="1922" y="560"/>
                    <a:pt x="13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4941052" y="2578820"/>
              <a:ext cx="364022" cy="376205"/>
            </a:xfrm>
            <a:custGeom>
              <a:rect b="b" l="l" r="r" t="t"/>
              <a:pathLst>
                <a:path extrusionOk="0" h="8554" w="8277">
                  <a:moveTo>
                    <a:pt x="8277" y="1"/>
                  </a:moveTo>
                  <a:lnTo>
                    <a:pt x="6789" y="1414"/>
                  </a:lnTo>
                  <a:lnTo>
                    <a:pt x="4796" y="916"/>
                  </a:lnTo>
                  <a:lnTo>
                    <a:pt x="3243" y="2267"/>
                  </a:lnTo>
                  <a:lnTo>
                    <a:pt x="830" y="1704"/>
                  </a:lnTo>
                  <a:lnTo>
                    <a:pt x="1" y="8179"/>
                  </a:lnTo>
                  <a:lnTo>
                    <a:pt x="1708" y="8554"/>
                  </a:lnTo>
                  <a:lnTo>
                    <a:pt x="3209" y="7332"/>
                  </a:lnTo>
                  <a:lnTo>
                    <a:pt x="4796" y="7401"/>
                  </a:lnTo>
                  <a:lnTo>
                    <a:pt x="5663" y="6646"/>
                  </a:lnTo>
                  <a:lnTo>
                    <a:pt x="82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5016124" y="2619060"/>
              <a:ext cx="135854" cy="335963"/>
            </a:xfrm>
            <a:custGeom>
              <a:rect b="b" l="l" r="r" t="t"/>
              <a:pathLst>
                <a:path extrusionOk="0" h="7639" w="3089">
                  <a:moveTo>
                    <a:pt x="3089" y="1"/>
                  </a:moveTo>
                  <a:lnTo>
                    <a:pt x="1536" y="1352"/>
                  </a:lnTo>
                  <a:lnTo>
                    <a:pt x="1" y="7639"/>
                  </a:lnTo>
                  <a:lnTo>
                    <a:pt x="1502" y="6417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5151931" y="2578820"/>
              <a:ext cx="153138" cy="325496"/>
            </a:xfrm>
            <a:custGeom>
              <a:rect b="b" l="l" r="r" t="t"/>
              <a:pathLst>
                <a:path extrusionOk="0" h="7401" w="3482">
                  <a:moveTo>
                    <a:pt x="3482" y="1"/>
                  </a:moveTo>
                  <a:lnTo>
                    <a:pt x="1994" y="1414"/>
                  </a:lnTo>
                  <a:lnTo>
                    <a:pt x="1" y="7401"/>
                  </a:lnTo>
                  <a:lnTo>
                    <a:pt x="868" y="6646"/>
                  </a:lnTo>
                  <a:lnTo>
                    <a:pt x="34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4802695" y="2293793"/>
              <a:ext cx="73710" cy="213347"/>
            </a:xfrm>
            <a:custGeom>
              <a:rect b="b" l="l" r="r" t="t"/>
              <a:pathLst>
                <a:path extrusionOk="0" h="4851" w="1676">
                  <a:moveTo>
                    <a:pt x="85" y="1"/>
                  </a:moveTo>
                  <a:cubicBezTo>
                    <a:pt x="37" y="1"/>
                    <a:pt x="0" y="42"/>
                    <a:pt x="0" y="86"/>
                  </a:cubicBezTo>
                  <a:lnTo>
                    <a:pt x="0" y="4851"/>
                  </a:lnTo>
                  <a:lnTo>
                    <a:pt x="1590" y="4851"/>
                  </a:lnTo>
                  <a:cubicBezTo>
                    <a:pt x="1639" y="4851"/>
                    <a:pt x="1675" y="4813"/>
                    <a:pt x="1675" y="4766"/>
                  </a:cubicBezTo>
                  <a:lnTo>
                    <a:pt x="1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4848609" y="2522263"/>
              <a:ext cx="100318" cy="293479"/>
            </a:xfrm>
            <a:custGeom>
              <a:rect b="b" l="l" r="r" t="t"/>
              <a:pathLst>
                <a:path extrusionOk="0" h="6673" w="2281">
                  <a:moveTo>
                    <a:pt x="1455" y="1"/>
                  </a:moveTo>
                  <a:cubicBezTo>
                    <a:pt x="1070" y="1"/>
                    <a:pt x="334" y="137"/>
                    <a:pt x="349" y="250"/>
                  </a:cubicBezTo>
                  <a:cubicBezTo>
                    <a:pt x="349" y="250"/>
                    <a:pt x="908" y="662"/>
                    <a:pt x="935" y="2447"/>
                  </a:cubicBezTo>
                  <a:cubicBezTo>
                    <a:pt x="966" y="4232"/>
                    <a:pt x="1" y="5632"/>
                    <a:pt x="1" y="5632"/>
                  </a:cubicBezTo>
                  <a:lnTo>
                    <a:pt x="1" y="6672"/>
                  </a:lnTo>
                  <a:cubicBezTo>
                    <a:pt x="1" y="6672"/>
                    <a:pt x="1512" y="5355"/>
                    <a:pt x="1874" y="3393"/>
                  </a:cubicBezTo>
                  <a:cubicBezTo>
                    <a:pt x="2280" y="1174"/>
                    <a:pt x="1683" y="55"/>
                    <a:pt x="1683" y="55"/>
                  </a:cubicBezTo>
                  <a:cubicBezTo>
                    <a:pt x="1677" y="17"/>
                    <a:pt x="1587" y="1"/>
                    <a:pt x="14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5017752" y="2518832"/>
              <a:ext cx="80395" cy="64871"/>
            </a:xfrm>
            <a:custGeom>
              <a:rect b="b" l="l" r="r" t="t"/>
              <a:pathLst>
                <a:path extrusionOk="0" h="1475" w="1828">
                  <a:moveTo>
                    <a:pt x="404" y="1"/>
                  </a:moveTo>
                  <a:cubicBezTo>
                    <a:pt x="166" y="1"/>
                    <a:pt x="0" y="54"/>
                    <a:pt x="0" y="54"/>
                  </a:cubicBezTo>
                  <a:cubicBezTo>
                    <a:pt x="994" y="290"/>
                    <a:pt x="1827" y="1474"/>
                    <a:pt x="1827" y="1474"/>
                  </a:cubicBezTo>
                  <a:cubicBezTo>
                    <a:pt x="1632" y="611"/>
                    <a:pt x="1079" y="167"/>
                    <a:pt x="1079" y="167"/>
                  </a:cubicBezTo>
                  <a:cubicBezTo>
                    <a:pt x="841" y="36"/>
                    <a:pt x="598" y="1"/>
                    <a:pt x="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4934324" y="2859669"/>
              <a:ext cx="99087" cy="59065"/>
            </a:xfrm>
            <a:custGeom>
              <a:rect b="b" l="l" r="r" t="t"/>
              <a:pathLst>
                <a:path extrusionOk="0" h="1343" w="2253">
                  <a:moveTo>
                    <a:pt x="379" y="0"/>
                  </a:moveTo>
                  <a:lnTo>
                    <a:pt x="0" y="1298"/>
                  </a:lnTo>
                  <a:cubicBezTo>
                    <a:pt x="157" y="1325"/>
                    <a:pt x="328" y="1342"/>
                    <a:pt x="512" y="1342"/>
                  </a:cubicBezTo>
                  <a:cubicBezTo>
                    <a:pt x="517" y="1342"/>
                    <a:pt x="521" y="1342"/>
                    <a:pt x="526" y="1342"/>
                  </a:cubicBezTo>
                  <a:cubicBezTo>
                    <a:pt x="1505" y="1342"/>
                    <a:pt x="2253" y="645"/>
                    <a:pt x="2184" y="417"/>
                  </a:cubicBezTo>
                  <a:cubicBezTo>
                    <a:pt x="2160" y="335"/>
                    <a:pt x="2102" y="311"/>
                    <a:pt x="2011" y="311"/>
                  </a:cubicBezTo>
                  <a:cubicBezTo>
                    <a:pt x="1891" y="311"/>
                    <a:pt x="1713" y="353"/>
                    <a:pt x="1480" y="353"/>
                  </a:cubicBezTo>
                  <a:cubicBezTo>
                    <a:pt x="1401" y="353"/>
                    <a:pt x="1317" y="348"/>
                    <a:pt x="1226" y="335"/>
                  </a:cubicBezTo>
                  <a:cubicBezTo>
                    <a:pt x="730" y="267"/>
                    <a:pt x="366" y="141"/>
                    <a:pt x="37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350" y="533125"/>
            <a:ext cx="6955293" cy="39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"/>
          <p:cNvSpPr txBox="1"/>
          <p:nvPr>
            <p:ph type="title"/>
          </p:nvPr>
        </p:nvSpPr>
        <p:spPr>
          <a:xfrm flipH="1">
            <a:off x="856300" y="1705550"/>
            <a:ext cx="3231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?</a:t>
            </a:r>
            <a:endParaRPr/>
          </a:p>
        </p:txBody>
      </p:sp>
      <p:grpSp>
        <p:nvGrpSpPr>
          <p:cNvPr id="373" name="Google Shape;373;p23"/>
          <p:cNvGrpSpPr/>
          <p:nvPr/>
        </p:nvGrpSpPr>
        <p:grpSpPr>
          <a:xfrm>
            <a:off x="4782648" y="850152"/>
            <a:ext cx="3641359" cy="3443450"/>
            <a:chOff x="1219875" y="2035600"/>
            <a:chExt cx="2656375" cy="2512000"/>
          </a:xfrm>
        </p:grpSpPr>
        <p:sp>
          <p:nvSpPr>
            <p:cNvPr id="374" name="Google Shape;374;p23"/>
            <p:cNvSpPr/>
            <p:nvPr/>
          </p:nvSpPr>
          <p:spPr>
            <a:xfrm>
              <a:off x="2119150" y="3658450"/>
              <a:ext cx="1543775" cy="889150"/>
            </a:xfrm>
            <a:custGeom>
              <a:rect b="b" l="l" r="r" t="t"/>
              <a:pathLst>
                <a:path extrusionOk="0" h="35566" w="61751">
                  <a:moveTo>
                    <a:pt x="60014" y="1"/>
                  </a:moveTo>
                  <a:cubicBezTo>
                    <a:pt x="59821" y="1"/>
                    <a:pt x="59629" y="43"/>
                    <a:pt x="59483" y="128"/>
                  </a:cubicBezTo>
                  <a:lnTo>
                    <a:pt x="292" y="34286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1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6" y="35566"/>
                    <a:pt x="2118" y="35523"/>
                    <a:pt x="2265" y="35438"/>
                  </a:cubicBezTo>
                  <a:lnTo>
                    <a:pt x="61455" y="1281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7" y="128"/>
                  </a:lnTo>
                  <a:cubicBezTo>
                    <a:pt x="60399" y="43"/>
                    <a:pt x="60206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1819725" y="3486000"/>
              <a:ext cx="1543775" cy="889175"/>
            </a:xfrm>
            <a:custGeom>
              <a:rect b="b" l="l" r="r" t="t"/>
              <a:pathLst>
                <a:path extrusionOk="0" h="35567" w="61751">
                  <a:moveTo>
                    <a:pt x="60016" y="1"/>
                  </a:moveTo>
                  <a:cubicBezTo>
                    <a:pt x="59823" y="1"/>
                    <a:pt x="59631" y="43"/>
                    <a:pt x="59483" y="128"/>
                  </a:cubicBezTo>
                  <a:lnTo>
                    <a:pt x="292" y="34289"/>
                  </a:lnTo>
                  <a:cubicBezTo>
                    <a:pt x="0" y="34456"/>
                    <a:pt x="0" y="34731"/>
                    <a:pt x="292" y="34901"/>
                  </a:cubicBezTo>
                  <a:lnTo>
                    <a:pt x="1204" y="35441"/>
                  </a:lnTo>
                  <a:cubicBezTo>
                    <a:pt x="1350" y="35525"/>
                    <a:pt x="1542" y="35566"/>
                    <a:pt x="1734" y="35566"/>
                  </a:cubicBezTo>
                  <a:cubicBezTo>
                    <a:pt x="1926" y="35566"/>
                    <a:pt x="2119" y="35525"/>
                    <a:pt x="2268" y="35441"/>
                  </a:cubicBezTo>
                  <a:lnTo>
                    <a:pt x="61457" y="1280"/>
                  </a:lnTo>
                  <a:cubicBezTo>
                    <a:pt x="61750" y="1110"/>
                    <a:pt x="61750" y="835"/>
                    <a:pt x="61457" y="668"/>
                  </a:cubicBezTo>
                  <a:lnTo>
                    <a:pt x="60547" y="128"/>
                  </a:lnTo>
                  <a:cubicBezTo>
                    <a:pt x="60400" y="43"/>
                    <a:pt x="60208" y="1"/>
                    <a:pt x="6001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1520350" y="3313625"/>
              <a:ext cx="1543800" cy="889150"/>
            </a:xfrm>
            <a:custGeom>
              <a:rect b="b" l="l" r="r" t="t"/>
              <a:pathLst>
                <a:path extrusionOk="0" h="35566" w="61752">
                  <a:moveTo>
                    <a:pt x="60014" y="1"/>
                  </a:moveTo>
                  <a:cubicBezTo>
                    <a:pt x="59822" y="1"/>
                    <a:pt x="59630" y="43"/>
                    <a:pt x="59484" y="128"/>
                  </a:cubicBezTo>
                  <a:lnTo>
                    <a:pt x="293" y="34285"/>
                  </a:lnTo>
                  <a:cubicBezTo>
                    <a:pt x="1" y="34456"/>
                    <a:pt x="1" y="34731"/>
                    <a:pt x="293" y="34902"/>
                  </a:cubicBezTo>
                  <a:lnTo>
                    <a:pt x="1200" y="35438"/>
                  </a:lnTo>
                  <a:cubicBezTo>
                    <a:pt x="1348" y="35523"/>
                    <a:pt x="1541" y="35566"/>
                    <a:pt x="1734" y="35566"/>
                  </a:cubicBezTo>
                  <a:cubicBezTo>
                    <a:pt x="1927" y="35566"/>
                    <a:pt x="2119" y="35523"/>
                    <a:pt x="2265" y="35438"/>
                  </a:cubicBezTo>
                  <a:lnTo>
                    <a:pt x="61455" y="1280"/>
                  </a:lnTo>
                  <a:cubicBezTo>
                    <a:pt x="61751" y="1110"/>
                    <a:pt x="61751" y="835"/>
                    <a:pt x="61455" y="665"/>
                  </a:cubicBezTo>
                  <a:lnTo>
                    <a:pt x="60548" y="128"/>
                  </a:lnTo>
                  <a:cubicBezTo>
                    <a:pt x="60400" y="43"/>
                    <a:pt x="60207" y="1"/>
                    <a:pt x="60014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1307775" y="3664050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1370250" y="3682075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1219875" y="3807500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1296575" y="3831325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1483125" y="3860925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1427700" y="4002925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1541075" y="2035625"/>
              <a:ext cx="1496475" cy="2150950"/>
            </a:xfrm>
            <a:custGeom>
              <a:rect b="b" l="l" r="r" t="t"/>
              <a:pathLst>
                <a:path extrusionOk="0" h="86038" w="59859">
                  <a:moveTo>
                    <a:pt x="58873" y="1"/>
                  </a:moveTo>
                  <a:cubicBezTo>
                    <a:pt x="58679" y="1"/>
                    <a:pt x="58481" y="45"/>
                    <a:pt x="58328" y="132"/>
                  </a:cubicBezTo>
                  <a:lnTo>
                    <a:pt x="531" y="33501"/>
                  </a:lnTo>
                  <a:cubicBezTo>
                    <a:pt x="239" y="33667"/>
                    <a:pt x="1" y="34082"/>
                    <a:pt x="1" y="34419"/>
                  </a:cubicBezTo>
                  <a:lnTo>
                    <a:pt x="1" y="85022"/>
                  </a:lnTo>
                  <a:cubicBezTo>
                    <a:pt x="1" y="85361"/>
                    <a:pt x="222" y="85763"/>
                    <a:pt x="498" y="85923"/>
                  </a:cubicBezTo>
                  <a:cubicBezTo>
                    <a:pt x="630" y="86000"/>
                    <a:pt x="806" y="86038"/>
                    <a:pt x="986" y="86038"/>
                  </a:cubicBezTo>
                  <a:cubicBezTo>
                    <a:pt x="1180" y="86038"/>
                    <a:pt x="1378" y="85994"/>
                    <a:pt x="1531" y="85906"/>
                  </a:cubicBezTo>
                  <a:lnTo>
                    <a:pt x="59324" y="52540"/>
                  </a:lnTo>
                  <a:cubicBezTo>
                    <a:pt x="59620" y="52370"/>
                    <a:pt x="59858" y="51955"/>
                    <a:pt x="59858" y="51618"/>
                  </a:cubicBezTo>
                  <a:lnTo>
                    <a:pt x="59858" y="1015"/>
                  </a:lnTo>
                  <a:cubicBezTo>
                    <a:pt x="59858" y="676"/>
                    <a:pt x="59634" y="275"/>
                    <a:pt x="59358" y="115"/>
                  </a:cubicBezTo>
                  <a:cubicBezTo>
                    <a:pt x="59226" y="38"/>
                    <a:pt x="59052" y="1"/>
                    <a:pt x="5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3012850" y="2035600"/>
              <a:ext cx="9225" cy="1550"/>
            </a:xfrm>
            <a:custGeom>
              <a:rect b="b" l="l" r="r" t="t"/>
              <a:pathLst>
                <a:path extrusionOk="0" h="62" w="369">
                  <a:moveTo>
                    <a:pt x="1" y="1"/>
                  </a:moveTo>
                  <a:cubicBezTo>
                    <a:pt x="131" y="1"/>
                    <a:pt x="259" y="21"/>
                    <a:pt x="368" y="62"/>
                  </a:cubicBezTo>
                  <a:cubicBezTo>
                    <a:pt x="259" y="21"/>
                    <a:pt x="134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1541000" y="2890900"/>
              <a:ext cx="800" cy="162700"/>
            </a:xfrm>
            <a:custGeom>
              <a:rect b="b" l="l" r="r" t="t"/>
              <a:pathLst>
                <a:path extrusionOk="0" h="6508" w="32">
                  <a:moveTo>
                    <a:pt x="32" y="1"/>
                  </a:moveTo>
                  <a:lnTo>
                    <a:pt x="32" y="1"/>
                  </a:lnTo>
                  <a:cubicBezTo>
                    <a:pt x="28" y="4"/>
                    <a:pt x="28" y="7"/>
                    <a:pt x="28" y="14"/>
                  </a:cubicBezTo>
                  <a:cubicBezTo>
                    <a:pt x="24" y="24"/>
                    <a:pt x="21" y="31"/>
                    <a:pt x="21" y="42"/>
                  </a:cubicBezTo>
                  <a:cubicBezTo>
                    <a:pt x="24" y="28"/>
                    <a:pt x="28" y="14"/>
                    <a:pt x="32" y="1"/>
                  </a:cubicBezTo>
                  <a:close/>
                  <a:moveTo>
                    <a:pt x="15" y="68"/>
                  </a:moveTo>
                  <a:cubicBezTo>
                    <a:pt x="13" y="80"/>
                    <a:pt x="11" y="91"/>
                    <a:pt x="10" y="103"/>
                  </a:cubicBezTo>
                  <a:lnTo>
                    <a:pt x="10" y="103"/>
                  </a:lnTo>
                  <a:cubicBezTo>
                    <a:pt x="12" y="92"/>
                    <a:pt x="13" y="80"/>
                    <a:pt x="15" y="68"/>
                  </a:cubicBezTo>
                  <a:close/>
                  <a:moveTo>
                    <a:pt x="10" y="103"/>
                  </a:moveTo>
                  <a:cubicBezTo>
                    <a:pt x="8" y="117"/>
                    <a:pt x="6" y="132"/>
                    <a:pt x="4" y="147"/>
                  </a:cubicBezTo>
                  <a:cubicBezTo>
                    <a:pt x="1" y="167"/>
                    <a:pt x="1" y="188"/>
                    <a:pt x="1" y="211"/>
                  </a:cubicBezTo>
                  <a:lnTo>
                    <a:pt x="1" y="6508"/>
                  </a:lnTo>
                  <a:lnTo>
                    <a:pt x="4" y="6508"/>
                  </a:lnTo>
                  <a:lnTo>
                    <a:pt x="4" y="208"/>
                  </a:lnTo>
                  <a:cubicBezTo>
                    <a:pt x="4" y="175"/>
                    <a:pt x="6" y="139"/>
                    <a:pt x="10" y="103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1541075" y="2883000"/>
              <a:ext cx="28850" cy="185050"/>
            </a:xfrm>
            <a:custGeom>
              <a:rect b="b" l="l" r="r" t="t"/>
              <a:pathLst>
                <a:path extrusionOk="0" h="7402" w="1154">
                  <a:moveTo>
                    <a:pt x="158" y="0"/>
                  </a:moveTo>
                  <a:cubicBezTo>
                    <a:pt x="100" y="99"/>
                    <a:pt x="56" y="207"/>
                    <a:pt x="29" y="317"/>
                  </a:cubicBezTo>
                  <a:cubicBezTo>
                    <a:pt x="25" y="330"/>
                    <a:pt x="21" y="344"/>
                    <a:pt x="18" y="358"/>
                  </a:cubicBezTo>
                  <a:cubicBezTo>
                    <a:pt x="15" y="367"/>
                    <a:pt x="15" y="378"/>
                    <a:pt x="12" y="384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6824"/>
                  </a:lnTo>
                  <a:lnTo>
                    <a:pt x="997" y="7402"/>
                  </a:lnTo>
                  <a:lnTo>
                    <a:pt x="997" y="1102"/>
                  </a:lnTo>
                  <a:cubicBezTo>
                    <a:pt x="997" y="932"/>
                    <a:pt x="1058" y="742"/>
                    <a:pt x="1154" y="579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1566000" y="2132075"/>
              <a:ext cx="1471550" cy="2052950"/>
            </a:xfrm>
            <a:custGeom>
              <a:rect b="b" l="l" r="r" t="t"/>
              <a:pathLst>
                <a:path extrusionOk="0" h="82118" w="58862">
                  <a:moveTo>
                    <a:pt x="58857" y="0"/>
                  </a:moveTo>
                  <a:lnTo>
                    <a:pt x="16493" y="24458"/>
                  </a:lnTo>
                  <a:cubicBezTo>
                    <a:pt x="16481" y="24466"/>
                    <a:pt x="16467" y="24469"/>
                    <a:pt x="16453" y="24469"/>
                  </a:cubicBezTo>
                  <a:cubicBezTo>
                    <a:pt x="16304" y="24469"/>
                    <a:pt x="16080" y="24072"/>
                    <a:pt x="15853" y="23676"/>
                  </a:cubicBezTo>
                  <a:cubicBezTo>
                    <a:pt x="15629" y="23277"/>
                    <a:pt x="15402" y="22881"/>
                    <a:pt x="15253" y="22881"/>
                  </a:cubicBezTo>
                  <a:cubicBezTo>
                    <a:pt x="15239" y="22881"/>
                    <a:pt x="15227" y="22884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1758" y="32965"/>
                    <a:pt x="1466" y="33134"/>
                  </a:cubicBezTo>
                  <a:lnTo>
                    <a:pt x="0" y="33981"/>
                  </a:lnTo>
                  <a:lnTo>
                    <a:pt x="0" y="81738"/>
                  </a:lnTo>
                  <a:cubicBezTo>
                    <a:pt x="0" y="81979"/>
                    <a:pt x="120" y="82117"/>
                    <a:pt x="293" y="82117"/>
                  </a:cubicBezTo>
                  <a:cubicBezTo>
                    <a:pt x="365" y="82117"/>
                    <a:pt x="445" y="82094"/>
                    <a:pt x="531" y="82044"/>
                  </a:cubicBezTo>
                  <a:lnTo>
                    <a:pt x="58327" y="48678"/>
                  </a:lnTo>
                  <a:cubicBezTo>
                    <a:pt x="58623" y="48509"/>
                    <a:pt x="58861" y="48097"/>
                    <a:pt x="58861" y="47757"/>
                  </a:cubicBez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566000" y="2132075"/>
              <a:ext cx="1471450" cy="935975"/>
            </a:xfrm>
            <a:custGeom>
              <a:rect b="b" l="l" r="r" t="t"/>
              <a:pathLst>
                <a:path extrusionOk="0" h="37439" w="58858">
                  <a:moveTo>
                    <a:pt x="58857" y="0"/>
                  </a:moveTo>
                  <a:lnTo>
                    <a:pt x="16962" y="24190"/>
                  </a:lnTo>
                  <a:cubicBezTo>
                    <a:pt x="16882" y="24237"/>
                    <a:pt x="16817" y="24258"/>
                    <a:pt x="16762" y="24258"/>
                  </a:cubicBezTo>
                  <a:cubicBezTo>
                    <a:pt x="16617" y="24258"/>
                    <a:pt x="16539" y="24111"/>
                    <a:pt x="16418" y="23900"/>
                  </a:cubicBezTo>
                  <a:lnTo>
                    <a:pt x="15963" y="23075"/>
                  </a:lnTo>
                  <a:cubicBezTo>
                    <a:pt x="15833" y="22860"/>
                    <a:pt x="15702" y="22777"/>
                    <a:pt x="15557" y="22777"/>
                  </a:cubicBezTo>
                  <a:cubicBezTo>
                    <a:pt x="15451" y="22777"/>
                    <a:pt x="15339" y="22821"/>
                    <a:pt x="15214" y="22891"/>
                  </a:cubicBezTo>
                  <a:lnTo>
                    <a:pt x="2530" y="30217"/>
                  </a:lnTo>
                  <a:cubicBezTo>
                    <a:pt x="2234" y="30387"/>
                    <a:pt x="2112" y="30690"/>
                    <a:pt x="1996" y="31139"/>
                  </a:cubicBezTo>
                  <a:lnTo>
                    <a:pt x="1626" y="32424"/>
                  </a:lnTo>
                  <a:cubicBezTo>
                    <a:pt x="1486" y="32921"/>
                    <a:pt x="1387" y="33179"/>
                    <a:pt x="1095" y="33345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7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2958375" y="2103250"/>
              <a:ext cx="33525" cy="43225"/>
            </a:xfrm>
            <a:custGeom>
              <a:rect b="b" l="l" r="r" t="t"/>
              <a:pathLst>
                <a:path extrusionOk="0" h="1729" w="1341">
                  <a:moveTo>
                    <a:pt x="970" y="1"/>
                  </a:moveTo>
                  <a:cubicBezTo>
                    <a:pt x="880" y="1"/>
                    <a:pt x="778" y="30"/>
                    <a:pt x="670" y="92"/>
                  </a:cubicBezTo>
                  <a:cubicBezTo>
                    <a:pt x="300" y="306"/>
                    <a:pt x="0" y="824"/>
                    <a:pt x="0" y="1252"/>
                  </a:cubicBezTo>
                  <a:cubicBezTo>
                    <a:pt x="0" y="1554"/>
                    <a:pt x="152" y="1729"/>
                    <a:pt x="373" y="1729"/>
                  </a:cubicBezTo>
                  <a:cubicBezTo>
                    <a:pt x="463" y="1729"/>
                    <a:pt x="564" y="1700"/>
                    <a:pt x="670" y="1640"/>
                  </a:cubicBezTo>
                  <a:cubicBezTo>
                    <a:pt x="1041" y="1425"/>
                    <a:pt x="1340" y="905"/>
                    <a:pt x="1340" y="480"/>
                  </a:cubicBezTo>
                  <a:cubicBezTo>
                    <a:pt x="1340" y="176"/>
                    <a:pt x="1190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2898200" y="2138000"/>
              <a:ext cx="33425" cy="43225"/>
            </a:xfrm>
            <a:custGeom>
              <a:rect b="b" l="l" r="r" t="t"/>
              <a:pathLst>
                <a:path extrusionOk="0" h="1729" w="1337">
                  <a:moveTo>
                    <a:pt x="968" y="1"/>
                  </a:moveTo>
                  <a:cubicBezTo>
                    <a:pt x="878" y="1"/>
                    <a:pt x="777" y="30"/>
                    <a:pt x="670" y="93"/>
                  </a:cubicBezTo>
                  <a:cubicBezTo>
                    <a:pt x="300" y="303"/>
                    <a:pt x="0" y="824"/>
                    <a:pt x="0" y="1252"/>
                  </a:cubicBezTo>
                  <a:cubicBezTo>
                    <a:pt x="0" y="1554"/>
                    <a:pt x="151" y="1728"/>
                    <a:pt x="370" y="1728"/>
                  </a:cubicBezTo>
                  <a:cubicBezTo>
                    <a:pt x="461" y="1728"/>
                    <a:pt x="562" y="1699"/>
                    <a:pt x="670" y="1637"/>
                  </a:cubicBezTo>
                  <a:cubicBezTo>
                    <a:pt x="1037" y="1422"/>
                    <a:pt x="1337" y="906"/>
                    <a:pt x="1337" y="477"/>
                  </a:cubicBezTo>
                  <a:cubicBezTo>
                    <a:pt x="1337" y="176"/>
                    <a:pt x="1186" y="1"/>
                    <a:pt x="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2837950" y="2172700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0"/>
                  </a:moveTo>
                  <a:cubicBezTo>
                    <a:pt x="879" y="0"/>
                    <a:pt x="778" y="30"/>
                    <a:pt x="670" y="92"/>
                  </a:cubicBezTo>
                  <a:cubicBezTo>
                    <a:pt x="300" y="306"/>
                    <a:pt x="0" y="826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2" y="1700"/>
                    <a:pt x="670" y="1639"/>
                  </a:cubicBezTo>
                  <a:cubicBezTo>
                    <a:pt x="1040" y="1424"/>
                    <a:pt x="1340" y="905"/>
                    <a:pt x="1340" y="480"/>
                  </a:cubicBezTo>
                  <a:cubicBezTo>
                    <a:pt x="1340" y="176"/>
                    <a:pt x="1189" y="0"/>
                    <a:pt x="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1600000" y="2980475"/>
              <a:ext cx="28750" cy="36000"/>
            </a:xfrm>
            <a:custGeom>
              <a:rect b="b" l="l" r="r" t="t"/>
              <a:pathLst>
                <a:path extrusionOk="0" h="1440" w="1150">
                  <a:moveTo>
                    <a:pt x="544" y="1"/>
                  </a:moveTo>
                  <a:cubicBezTo>
                    <a:pt x="520" y="1"/>
                    <a:pt x="496" y="21"/>
                    <a:pt x="476" y="59"/>
                  </a:cubicBezTo>
                  <a:lnTo>
                    <a:pt x="24" y="929"/>
                  </a:lnTo>
                  <a:lnTo>
                    <a:pt x="21" y="932"/>
                  </a:lnTo>
                  <a:cubicBezTo>
                    <a:pt x="18" y="943"/>
                    <a:pt x="13" y="953"/>
                    <a:pt x="10" y="967"/>
                  </a:cubicBezTo>
                  <a:cubicBezTo>
                    <a:pt x="7" y="970"/>
                    <a:pt x="7" y="973"/>
                    <a:pt x="7" y="976"/>
                  </a:cubicBezTo>
                  <a:cubicBezTo>
                    <a:pt x="4" y="990"/>
                    <a:pt x="0" y="1007"/>
                    <a:pt x="0" y="1021"/>
                  </a:cubicBezTo>
                  <a:cubicBezTo>
                    <a:pt x="0" y="1034"/>
                    <a:pt x="4" y="1048"/>
                    <a:pt x="7" y="1058"/>
                  </a:cubicBezTo>
                  <a:cubicBezTo>
                    <a:pt x="7" y="1061"/>
                    <a:pt x="7" y="1061"/>
                    <a:pt x="10" y="1065"/>
                  </a:cubicBezTo>
                  <a:cubicBezTo>
                    <a:pt x="13" y="1072"/>
                    <a:pt x="18" y="1078"/>
                    <a:pt x="21" y="1082"/>
                  </a:cubicBezTo>
                  <a:lnTo>
                    <a:pt x="24" y="1086"/>
                  </a:lnTo>
                  <a:lnTo>
                    <a:pt x="476" y="1433"/>
                  </a:lnTo>
                  <a:cubicBezTo>
                    <a:pt x="483" y="1439"/>
                    <a:pt x="490" y="1439"/>
                    <a:pt x="496" y="1439"/>
                  </a:cubicBezTo>
                  <a:cubicBezTo>
                    <a:pt x="503" y="1439"/>
                    <a:pt x="514" y="1439"/>
                    <a:pt x="520" y="1433"/>
                  </a:cubicBezTo>
                  <a:cubicBezTo>
                    <a:pt x="537" y="1422"/>
                    <a:pt x="558" y="1398"/>
                    <a:pt x="572" y="1367"/>
                  </a:cubicBezTo>
                  <a:cubicBezTo>
                    <a:pt x="595" y="1313"/>
                    <a:pt x="592" y="1249"/>
                    <a:pt x="564" y="1225"/>
                  </a:cubicBezTo>
                  <a:lnTo>
                    <a:pt x="245" y="984"/>
                  </a:lnTo>
                  <a:lnTo>
                    <a:pt x="1082" y="501"/>
                  </a:lnTo>
                  <a:cubicBezTo>
                    <a:pt x="1119" y="477"/>
                    <a:pt x="1149" y="416"/>
                    <a:pt x="1149" y="358"/>
                  </a:cubicBezTo>
                  <a:cubicBezTo>
                    <a:pt x="1149" y="314"/>
                    <a:pt x="1129" y="286"/>
                    <a:pt x="1105" y="286"/>
                  </a:cubicBezTo>
                  <a:cubicBezTo>
                    <a:pt x="1099" y="286"/>
                    <a:pt x="1088" y="290"/>
                    <a:pt x="1082" y="293"/>
                  </a:cubicBezTo>
                  <a:lnTo>
                    <a:pt x="245" y="776"/>
                  </a:lnTo>
                  <a:lnTo>
                    <a:pt x="564" y="164"/>
                  </a:lnTo>
                  <a:cubicBezTo>
                    <a:pt x="592" y="110"/>
                    <a:pt x="595" y="41"/>
                    <a:pt x="572" y="14"/>
                  </a:cubicBezTo>
                  <a:cubicBezTo>
                    <a:pt x="564" y="5"/>
                    <a:pt x="554" y="1"/>
                    <a:pt x="544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1642750" y="295422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653" y="0"/>
                  </a:moveTo>
                  <a:cubicBezTo>
                    <a:pt x="626" y="0"/>
                    <a:pt x="599" y="27"/>
                    <a:pt x="578" y="71"/>
                  </a:cubicBezTo>
                  <a:cubicBezTo>
                    <a:pt x="555" y="129"/>
                    <a:pt x="558" y="194"/>
                    <a:pt x="585" y="214"/>
                  </a:cubicBezTo>
                  <a:lnTo>
                    <a:pt x="901" y="459"/>
                  </a:lnTo>
                  <a:lnTo>
                    <a:pt x="68" y="942"/>
                  </a:lnTo>
                  <a:cubicBezTo>
                    <a:pt x="31" y="962"/>
                    <a:pt x="1" y="1027"/>
                    <a:pt x="1" y="1082"/>
                  </a:cubicBezTo>
                  <a:cubicBezTo>
                    <a:pt x="1" y="1126"/>
                    <a:pt x="17" y="1153"/>
                    <a:pt x="45" y="1153"/>
                  </a:cubicBezTo>
                  <a:cubicBezTo>
                    <a:pt x="51" y="1153"/>
                    <a:pt x="58" y="1153"/>
                    <a:pt x="68" y="1146"/>
                  </a:cubicBezTo>
                  <a:lnTo>
                    <a:pt x="901" y="667"/>
                  </a:lnTo>
                  <a:lnTo>
                    <a:pt x="901" y="667"/>
                  </a:lnTo>
                  <a:lnTo>
                    <a:pt x="585" y="1279"/>
                  </a:lnTo>
                  <a:cubicBezTo>
                    <a:pt x="558" y="1330"/>
                    <a:pt x="555" y="1397"/>
                    <a:pt x="578" y="1428"/>
                  </a:cubicBezTo>
                  <a:cubicBezTo>
                    <a:pt x="585" y="1435"/>
                    <a:pt x="595" y="1442"/>
                    <a:pt x="605" y="1442"/>
                  </a:cubicBezTo>
                  <a:cubicBezTo>
                    <a:pt x="613" y="1442"/>
                    <a:pt x="619" y="1438"/>
                    <a:pt x="629" y="1432"/>
                  </a:cubicBezTo>
                  <a:cubicBezTo>
                    <a:pt x="643" y="1425"/>
                    <a:pt x="660" y="1408"/>
                    <a:pt x="674" y="1381"/>
                  </a:cubicBezTo>
                  <a:lnTo>
                    <a:pt x="1126" y="510"/>
                  </a:lnTo>
                  <a:lnTo>
                    <a:pt x="1126" y="507"/>
                  </a:lnTo>
                  <a:cubicBezTo>
                    <a:pt x="1132" y="497"/>
                    <a:pt x="1136" y="487"/>
                    <a:pt x="1139" y="476"/>
                  </a:cubicBezTo>
                  <a:cubicBezTo>
                    <a:pt x="1139" y="473"/>
                    <a:pt x="1143" y="470"/>
                    <a:pt x="1143" y="466"/>
                  </a:cubicBezTo>
                  <a:cubicBezTo>
                    <a:pt x="1146" y="449"/>
                    <a:pt x="1149" y="435"/>
                    <a:pt x="1149" y="418"/>
                  </a:cubicBezTo>
                  <a:cubicBezTo>
                    <a:pt x="1149" y="405"/>
                    <a:pt x="1146" y="391"/>
                    <a:pt x="1143" y="381"/>
                  </a:cubicBezTo>
                  <a:cubicBezTo>
                    <a:pt x="1143" y="377"/>
                    <a:pt x="1139" y="377"/>
                    <a:pt x="1139" y="374"/>
                  </a:cubicBezTo>
                  <a:cubicBezTo>
                    <a:pt x="1136" y="368"/>
                    <a:pt x="1132" y="361"/>
                    <a:pt x="1126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6" y="4"/>
                    <a:pt x="660" y="0"/>
                    <a:pt x="653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1688300" y="2916725"/>
              <a:ext cx="25950" cy="51725"/>
            </a:xfrm>
            <a:custGeom>
              <a:rect b="b" l="l" r="r" t="t"/>
              <a:pathLst>
                <a:path extrusionOk="0" h="2069" w="1038">
                  <a:moveTo>
                    <a:pt x="959" y="1"/>
                  </a:moveTo>
                  <a:cubicBezTo>
                    <a:pt x="942" y="1"/>
                    <a:pt x="925" y="18"/>
                    <a:pt x="912" y="49"/>
                  </a:cubicBezTo>
                  <a:lnTo>
                    <a:pt x="799" y="327"/>
                  </a:lnTo>
                  <a:cubicBezTo>
                    <a:pt x="790" y="327"/>
                    <a:pt x="779" y="324"/>
                    <a:pt x="769" y="324"/>
                  </a:cubicBezTo>
                  <a:cubicBezTo>
                    <a:pt x="582" y="324"/>
                    <a:pt x="361" y="515"/>
                    <a:pt x="208" y="834"/>
                  </a:cubicBezTo>
                  <a:cubicBezTo>
                    <a:pt x="1" y="1273"/>
                    <a:pt x="1" y="1789"/>
                    <a:pt x="208" y="1990"/>
                  </a:cubicBezTo>
                  <a:cubicBezTo>
                    <a:pt x="263" y="2041"/>
                    <a:pt x="327" y="2068"/>
                    <a:pt x="395" y="2068"/>
                  </a:cubicBezTo>
                  <a:cubicBezTo>
                    <a:pt x="456" y="2068"/>
                    <a:pt x="520" y="2048"/>
                    <a:pt x="582" y="2010"/>
                  </a:cubicBezTo>
                  <a:cubicBezTo>
                    <a:pt x="718" y="1932"/>
                    <a:pt x="854" y="1775"/>
                    <a:pt x="959" y="1555"/>
                  </a:cubicBezTo>
                  <a:cubicBezTo>
                    <a:pt x="983" y="1500"/>
                    <a:pt x="983" y="1436"/>
                    <a:pt x="959" y="1408"/>
                  </a:cubicBezTo>
                  <a:cubicBezTo>
                    <a:pt x="953" y="1402"/>
                    <a:pt x="942" y="1398"/>
                    <a:pt x="936" y="1398"/>
                  </a:cubicBezTo>
                  <a:cubicBezTo>
                    <a:pt x="912" y="1398"/>
                    <a:pt x="881" y="1422"/>
                    <a:pt x="864" y="1463"/>
                  </a:cubicBezTo>
                  <a:cubicBezTo>
                    <a:pt x="749" y="1704"/>
                    <a:pt x="586" y="1847"/>
                    <a:pt x="443" y="1847"/>
                  </a:cubicBezTo>
                  <a:cubicBezTo>
                    <a:pt x="391" y="1847"/>
                    <a:pt x="344" y="1827"/>
                    <a:pt x="303" y="1786"/>
                  </a:cubicBezTo>
                  <a:cubicBezTo>
                    <a:pt x="150" y="1640"/>
                    <a:pt x="150" y="1252"/>
                    <a:pt x="303" y="926"/>
                  </a:cubicBezTo>
                  <a:cubicBezTo>
                    <a:pt x="412" y="691"/>
                    <a:pt x="572" y="556"/>
                    <a:pt x="708" y="548"/>
                  </a:cubicBezTo>
                  <a:lnTo>
                    <a:pt x="708" y="548"/>
                  </a:lnTo>
                  <a:lnTo>
                    <a:pt x="622" y="755"/>
                  </a:lnTo>
                  <a:cubicBezTo>
                    <a:pt x="606" y="804"/>
                    <a:pt x="616" y="844"/>
                    <a:pt x="640" y="844"/>
                  </a:cubicBezTo>
                  <a:cubicBezTo>
                    <a:pt x="643" y="844"/>
                    <a:pt x="650" y="844"/>
                    <a:pt x="657" y="841"/>
                  </a:cubicBezTo>
                  <a:lnTo>
                    <a:pt x="997" y="617"/>
                  </a:lnTo>
                  <a:cubicBezTo>
                    <a:pt x="1021" y="603"/>
                    <a:pt x="1038" y="559"/>
                    <a:pt x="1034" y="525"/>
                  </a:cubicBezTo>
                  <a:lnTo>
                    <a:pt x="983" y="35"/>
                  </a:lnTo>
                  <a:cubicBezTo>
                    <a:pt x="983" y="15"/>
                    <a:pt x="973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1922225" y="2722350"/>
              <a:ext cx="23475" cy="46700"/>
            </a:xfrm>
            <a:custGeom>
              <a:rect b="b" l="l" r="r" t="t"/>
              <a:pathLst>
                <a:path extrusionOk="0" h="1868" w="939">
                  <a:moveTo>
                    <a:pt x="870" y="0"/>
                  </a:moveTo>
                  <a:cubicBezTo>
                    <a:pt x="840" y="0"/>
                    <a:pt x="799" y="35"/>
                    <a:pt x="775" y="89"/>
                  </a:cubicBezTo>
                  <a:lnTo>
                    <a:pt x="469" y="735"/>
                  </a:lnTo>
                  <a:lnTo>
                    <a:pt x="167" y="443"/>
                  </a:lnTo>
                  <a:cubicBezTo>
                    <a:pt x="156" y="432"/>
                    <a:pt x="143" y="429"/>
                    <a:pt x="132" y="429"/>
                  </a:cubicBezTo>
                  <a:cubicBezTo>
                    <a:pt x="98" y="429"/>
                    <a:pt x="61" y="460"/>
                    <a:pt x="34" y="518"/>
                  </a:cubicBezTo>
                  <a:cubicBezTo>
                    <a:pt x="0" y="592"/>
                    <a:pt x="0" y="684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4"/>
                    <a:pt x="54" y="1867"/>
                    <a:pt x="68" y="1867"/>
                  </a:cubicBezTo>
                  <a:cubicBezTo>
                    <a:pt x="78" y="1867"/>
                    <a:pt x="88" y="1864"/>
                    <a:pt x="98" y="1860"/>
                  </a:cubicBezTo>
                  <a:cubicBezTo>
                    <a:pt x="123" y="1847"/>
                    <a:pt x="146" y="1819"/>
                    <a:pt x="167" y="1778"/>
                  </a:cubicBezTo>
                  <a:lnTo>
                    <a:pt x="469" y="1136"/>
                  </a:lnTo>
                  <a:lnTo>
                    <a:pt x="775" y="1428"/>
                  </a:lnTo>
                  <a:cubicBezTo>
                    <a:pt x="782" y="1439"/>
                    <a:pt x="796" y="1442"/>
                    <a:pt x="806" y="1442"/>
                  </a:cubicBezTo>
                  <a:cubicBezTo>
                    <a:pt x="816" y="1442"/>
                    <a:pt x="826" y="1439"/>
                    <a:pt x="840" y="1432"/>
                  </a:cubicBezTo>
                  <a:cubicBezTo>
                    <a:pt x="863" y="1419"/>
                    <a:pt x="887" y="1391"/>
                    <a:pt x="904" y="1354"/>
                  </a:cubicBezTo>
                  <a:cubicBezTo>
                    <a:pt x="939" y="1276"/>
                    <a:pt x="939" y="1187"/>
                    <a:pt x="904" y="1153"/>
                  </a:cubicBezTo>
                  <a:lnTo>
                    <a:pt x="598" y="861"/>
                  </a:lnTo>
                  <a:lnTo>
                    <a:pt x="904" y="215"/>
                  </a:lnTo>
                  <a:cubicBezTo>
                    <a:pt x="939" y="140"/>
                    <a:pt x="939" y="49"/>
                    <a:pt x="904" y="14"/>
                  </a:cubicBezTo>
                  <a:cubicBezTo>
                    <a:pt x="894" y="8"/>
                    <a:pt x="884" y="0"/>
                    <a:pt x="870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1740575" y="2195850"/>
              <a:ext cx="1222075" cy="751100"/>
            </a:xfrm>
            <a:custGeom>
              <a:rect b="b" l="l" r="r" t="t"/>
              <a:pathLst>
                <a:path extrusionOk="0" h="30044" w="48883">
                  <a:moveTo>
                    <a:pt x="48590" y="0"/>
                  </a:moveTo>
                  <a:cubicBezTo>
                    <a:pt x="48518" y="0"/>
                    <a:pt x="48438" y="24"/>
                    <a:pt x="48353" y="73"/>
                  </a:cubicBezTo>
                  <a:lnTo>
                    <a:pt x="535" y="27666"/>
                  </a:lnTo>
                  <a:cubicBezTo>
                    <a:pt x="238" y="27836"/>
                    <a:pt x="0" y="28248"/>
                    <a:pt x="0" y="28588"/>
                  </a:cubicBezTo>
                  <a:lnTo>
                    <a:pt x="0" y="29662"/>
                  </a:lnTo>
                  <a:cubicBezTo>
                    <a:pt x="0" y="29904"/>
                    <a:pt x="120" y="30044"/>
                    <a:pt x="296" y="30044"/>
                  </a:cubicBezTo>
                  <a:cubicBezTo>
                    <a:pt x="368" y="30044"/>
                    <a:pt x="449" y="30021"/>
                    <a:pt x="535" y="29972"/>
                  </a:cubicBezTo>
                  <a:lnTo>
                    <a:pt x="48353" y="2375"/>
                  </a:lnTo>
                  <a:cubicBezTo>
                    <a:pt x="48645" y="2205"/>
                    <a:pt x="48883" y="1794"/>
                    <a:pt x="48883" y="1454"/>
                  </a:cubicBezTo>
                  <a:lnTo>
                    <a:pt x="48883" y="379"/>
                  </a:lnTo>
                  <a:cubicBezTo>
                    <a:pt x="48883" y="139"/>
                    <a:pt x="48763" y="0"/>
                    <a:pt x="4859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2925050" y="2211200"/>
              <a:ext cx="30625" cy="43950"/>
            </a:xfrm>
            <a:custGeom>
              <a:rect b="b" l="l" r="r" t="t"/>
              <a:pathLst>
                <a:path extrusionOk="0" h="1758" w="1225">
                  <a:moveTo>
                    <a:pt x="633" y="10"/>
                  </a:moveTo>
                  <a:cubicBezTo>
                    <a:pt x="644" y="10"/>
                    <a:pt x="654" y="17"/>
                    <a:pt x="657" y="27"/>
                  </a:cubicBezTo>
                  <a:lnTo>
                    <a:pt x="800" y="327"/>
                  </a:lnTo>
                  <a:cubicBezTo>
                    <a:pt x="805" y="342"/>
                    <a:pt x="818" y="350"/>
                    <a:pt x="834" y="350"/>
                  </a:cubicBezTo>
                  <a:cubicBezTo>
                    <a:pt x="840" y="350"/>
                    <a:pt x="845" y="349"/>
                    <a:pt x="851" y="347"/>
                  </a:cubicBezTo>
                  <a:lnTo>
                    <a:pt x="1164" y="228"/>
                  </a:lnTo>
                  <a:cubicBezTo>
                    <a:pt x="1169" y="225"/>
                    <a:pt x="1174" y="224"/>
                    <a:pt x="1178" y="224"/>
                  </a:cubicBezTo>
                  <a:cubicBezTo>
                    <a:pt x="1185" y="224"/>
                    <a:pt x="1190" y="227"/>
                    <a:pt x="1195" y="231"/>
                  </a:cubicBezTo>
                  <a:cubicBezTo>
                    <a:pt x="1211" y="248"/>
                    <a:pt x="1215" y="292"/>
                    <a:pt x="1191" y="336"/>
                  </a:cubicBezTo>
                  <a:lnTo>
                    <a:pt x="963" y="762"/>
                  </a:lnTo>
                  <a:cubicBezTo>
                    <a:pt x="950" y="789"/>
                    <a:pt x="943" y="820"/>
                    <a:pt x="946" y="846"/>
                  </a:cubicBezTo>
                  <a:lnTo>
                    <a:pt x="1001" y="1231"/>
                  </a:lnTo>
                  <a:cubicBezTo>
                    <a:pt x="1004" y="1268"/>
                    <a:pt x="983" y="1316"/>
                    <a:pt x="960" y="1340"/>
                  </a:cubicBezTo>
                  <a:cubicBezTo>
                    <a:pt x="946" y="1353"/>
                    <a:pt x="930" y="1361"/>
                    <a:pt x="916" y="1361"/>
                  </a:cubicBezTo>
                  <a:lnTo>
                    <a:pt x="637" y="1326"/>
                  </a:lnTo>
                  <a:cubicBezTo>
                    <a:pt x="635" y="1326"/>
                    <a:pt x="633" y="1326"/>
                    <a:pt x="631" y="1326"/>
                  </a:cubicBezTo>
                  <a:cubicBezTo>
                    <a:pt x="615" y="1326"/>
                    <a:pt x="594" y="1339"/>
                    <a:pt x="575" y="1361"/>
                  </a:cubicBezTo>
                  <a:lnTo>
                    <a:pt x="297" y="1717"/>
                  </a:lnTo>
                  <a:cubicBezTo>
                    <a:pt x="284" y="1736"/>
                    <a:pt x="266" y="1746"/>
                    <a:pt x="251" y="1746"/>
                  </a:cubicBezTo>
                  <a:cubicBezTo>
                    <a:pt x="247" y="1746"/>
                    <a:pt x="243" y="1746"/>
                    <a:pt x="239" y="1744"/>
                  </a:cubicBezTo>
                  <a:cubicBezTo>
                    <a:pt x="222" y="1737"/>
                    <a:pt x="216" y="1717"/>
                    <a:pt x="219" y="1687"/>
                  </a:cubicBezTo>
                  <a:lnTo>
                    <a:pt x="273" y="1241"/>
                  </a:lnTo>
                  <a:cubicBezTo>
                    <a:pt x="277" y="1210"/>
                    <a:pt x="269" y="1187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2" y="989"/>
                    <a:pt x="12" y="969"/>
                  </a:cubicBezTo>
                  <a:cubicBezTo>
                    <a:pt x="12" y="932"/>
                    <a:pt x="32" y="884"/>
                    <a:pt x="59" y="864"/>
                  </a:cubicBezTo>
                  <a:lnTo>
                    <a:pt x="371" y="622"/>
                  </a:lnTo>
                  <a:cubicBezTo>
                    <a:pt x="392" y="606"/>
                    <a:pt x="412" y="578"/>
                    <a:pt x="420" y="548"/>
                  </a:cubicBezTo>
                  <a:lnTo>
                    <a:pt x="558" y="92"/>
                  </a:lnTo>
                  <a:cubicBezTo>
                    <a:pt x="575" y="41"/>
                    <a:pt x="606" y="14"/>
                    <a:pt x="630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6" y="41"/>
                    <a:pt x="548" y="88"/>
                  </a:cubicBezTo>
                  <a:lnTo>
                    <a:pt x="409" y="548"/>
                  </a:lnTo>
                  <a:cubicBezTo>
                    <a:pt x="402" y="575"/>
                    <a:pt x="385" y="598"/>
                    <a:pt x="365" y="612"/>
                  </a:cubicBezTo>
                  <a:lnTo>
                    <a:pt x="56" y="854"/>
                  </a:lnTo>
                  <a:cubicBezTo>
                    <a:pt x="18" y="881"/>
                    <a:pt x="1" y="935"/>
                    <a:pt x="1" y="969"/>
                  </a:cubicBezTo>
                  <a:cubicBezTo>
                    <a:pt x="1" y="993"/>
                    <a:pt x="8" y="1010"/>
                    <a:pt x="21" y="1020"/>
                  </a:cubicBezTo>
                  <a:lnTo>
                    <a:pt x="246" y="1183"/>
                  </a:lnTo>
                  <a:cubicBezTo>
                    <a:pt x="260" y="1193"/>
                    <a:pt x="266" y="1214"/>
                    <a:pt x="263" y="1238"/>
                  </a:cubicBezTo>
                  <a:lnTo>
                    <a:pt x="208" y="1687"/>
                  </a:lnTo>
                  <a:cubicBezTo>
                    <a:pt x="205" y="1720"/>
                    <a:pt x="216" y="1748"/>
                    <a:pt x="236" y="1755"/>
                  </a:cubicBezTo>
                  <a:cubicBezTo>
                    <a:pt x="239" y="1758"/>
                    <a:pt x="246" y="1758"/>
                    <a:pt x="249" y="1758"/>
                  </a:cubicBezTo>
                  <a:cubicBezTo>
                    <a:pt x="266" y="1758"/>
                    <a:pt x="287" y="1744"/>
                    <a:pt x="307" y="1724"/>
                  </a:cubicBezTo>
                  <a:lnTo>
                    <a:pt x="586" y="1367"/>
                  </a:lnTo>
                  <a:cubicBezTo>
                    <a:pt x="601" y="1349"/>
                    <a:pt x="616" y="1336"/>
                    <a:pt x="632" y="1336"/>
                  </a:cubicBezTo>
                  <a:cubicBezTo>
                    <a:pt x="633" y="1336"/>
                    <a:pt x="635" y="1336"/>
                    <a:pt x="637" y="1336"/>
                  </a:cubicBezTo>
                  <a:lnTo>
                    <a:pt x="916" y="1370"/>
                  </a:lnTo>
                  <a:cubicBezTo>
                    <a:pt x="933" y="1370"/>
                    <a:pt x="950" y="1364"/>
                    <a:pt x="966" y="1347"/>
                  </a:cubicBezTo>
                  <a:cubicBezTo>
                    <a:pt x="994" y="1320"/>
                    <a:pt x="1014" y="1272"/>
                    <a:pt x="1011" y="1228"/>
                  </a:cubicBezTo>
                  <a:lnTo>
                    <a:pt x="956" y="843"/>
                  </a:lnTo>
                  <a:cubicBezTo>
                    <a:pt x="953" y="823"/>
                    <a:pt x="960" y="793"/>
                    <a:pt x="974" y="765"/>
                  </a:cubicBezTo>
                  <a:lnTo>
                    <a:pt x="1198" y="344"/>
                  </a:lnTo>
                  <a:cubicBezTo>
                    <a:pt x="1222" y="300"/>
                    <a:pt x="1225" y="248"/>
                    <a:pt x="1205" y="225"/>
                  </a:cubicBezTo>
                  <a:cubicBezTo>
                    <a:pt x="1196" y="218"/>
                    <a:pt x="1187" y="214"/>
                    <a:pt x="1178" y="214"/>
                  </a:cubicBezTo>
                  <a:cubicBezTo>
                    <a:pt x="1172" y="214"/>
                    <a:pt x="1167" y="215"/>
                    <a:pt x="1160" y="218"/>
                  </a:cubicBezTo>
                  <a:lnTo>
                    <a:pt x="848" y="336"/>
                  </a:lnTo>
                  <a:cubicBezTo>
                    <a:pt x="843" y="338"/>
                    <a:pt x="839" y="339"/>
                    <a:pt x="835" y="339"/>
                  </a:cubicBezTo>
                  <a:cubicBezTo>
                    <a:pt x="823" y="339"/>
                    <a:pt x="812" y="332"/>
                    <a:pt x="807" y="320"/>
                  </a:cubicBezTo>
                  <a:lnTo>
                    <a:pt x="668" y="24"/>
                  </a:lnTo>
                  <a:cubicBezTo>
                    <a:pt x="660" y="7"/>
                    <a:pt x="647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2973075" y="2163500"/>
              <a:ext cx="47975" cy="30900"/>
            </a:xfrm>
            <a:custGeom>
              <a:rect b="b" l="l" r="r" t="t"/>
              <a:pathLst>
                <a:path extrusionOk="0" h="1236" w="1919">
                  <a:moveTo>
                    <a:pt x="1708" y="1"/>
                  </a:moveTo>
                  <a:cubicBezTo>
                    <a:pt x="1677" y="1"/>
                    <a:pt x="1643" y="11"/>
                    <a:pt x="1616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6" y="1201"/>
                    <a:pt x="147" y="1235"/>
                    <a:pt x="212" y="1235"/>
                  </a:cubicBezTo>
                  <a:cubicBezTo>
                    <a:pt x="242" y="1235"/>
                    <a:pt x="273" y="1229"/>
                    <a:pt x="303" y="1211"/>
                  </a:cubicBezTo>
                  <a:lnTo>
                    <a:pt x="1799" y="347"/>
                  </a:lnTo>
                  <a:cubicBezTo>
                    <a:pt x="1888" y="297"/>
                    <a:pt x="1918" y="181"/>
                    <a:pt x="1868" y="96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2973075" y="21851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3" y="8"/>
                    <a:pt x="1616" y="25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40"/>
                  </a:cubicBezTo>
                  <a:cubicBezTo>
                    <a:pt x="86" y="1201"/>
                    <a:pt x="147" y="1231"/>
                    <a:pt x="212" y="1231"/>
                  </a:cubicBezTo>
                  <a:cubicBezTo>
                    <a:pt x="242" y="1231"/>
                    <a:pt x="273" y="1225"/>
                    <a:pt x="303" y="1208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1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2973075" y="2206775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0"/>
                  </a:moveTo>
                  <a:cubicBezTo>
                    <a:pt x="1677" y="0"/>
                    <a:pt x="1643" y="8"/>
                    <a:pt x="1616" y="24"/>
                  </a:cubicBezTo>
                  <a:lnTo>
                    <a:pt x="120" y="888"/>
                  </a:lnTo>
                  <a:cubicBezTo>
                    <a:pt x="32" y="939"/>
                    <a:pt x="1" y="1051"/>
                    <a:pt x="52" y="1139"/>
                  </a:cubicBezTo>
                  <a:cubicBezTo>
                    <a:pt x="86" y="1201"/>
                    <a:pt x="147" y="1232"/>
                    <a:pt x="212" y="1232"/>
                  </a:cubicBezTo>
                  <a:cubicBezTo>
                    <a:pt x="242" y="1232"/>
                    <a:pt x="273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8" y="92"/>
                  </a:cubicBezTo>
                  <a:cubicBezTo>
                    <a:pt x="1833" y="35"/>
                    <a:pt x="1772" y="0"/>
                    <a:pt x="1708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1541000" y="29672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1615900" y="3131475"/>
              <a:ext cx="299275" cy="967475"/>
            </a:xfrm>
            <a:custGeom>
              <a:rect b="b" l="l" r="r" t="t"/>
              <a:pathLst>
                <a:path extrusionOk="0" h="38699" w="11971">
                  <a:moveTo>
                    <a:pt x="11678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0" y="6370"/>
                  </a:lnTo>
                  <a:cubicBezTo>
                    <a:pt x="238" y="6540"/>
                    <a:pt x="0" y="6951"/>
                    <a:pt x="0" y="7292"/>
                  </a:cubicBezTo>
                  <a:lnTo>
                    <a:pt x="0" y="38318"/>
                  </a:lnTo>
                  <a:cubicBezTo>
                    <a:pt x="0" y="38560"/>
                    <a:pt x="120" y="38699"/>
                    <a:pt x="295" y="38699"/>
                  </a:cubicBezTo>
                  <a:cubicBezTo>
                    <a:pt x="366" y="38699"/>
                    <a:pt x="446" y="38676"/>
                    <a:pt x="530" y="38628"/>
                  </a:cubicBezTo>
                  <a:lnTo>
                    <a:pt x="11440" y="32328"/>
                  </a:lnTo>
                  <a:cubicBezTo>
                    <a:pt x="11733" y="32158"/>
                    <a:pt x="11971" y="31747"/>
                    <a:pt x="11971" y="31406"/>
                  </a:cubicBezTo>
                  <a:lnTo>
                    <a:pt x="11971" y="380"/>
                  </a:lnTo>
                  <a:cubicBezTo>
                    <a:pt x="11971" y="139"/>
                    <a:pt x="11851" y="1"/>
                    <a:pt x="11678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1665775" y="3217750"/>
              <a:ext cx="199525" cy="132550"/>
            </a:xfrm>
            <a:custGeom>
              <a:rect b="b" l="l" r="r" t="t"/>
              <a:pathLst>
                <a:path extrusionOk="0" h="5302" w="7981">
                  <a:moveTo>
                    <a:pt x="7698" y="0"/>
                  </a:moveTo>
                  <a:cubicBezTo>
                    <a:pt x="7624" y="0"/>
                    <a:pt x="7539" y="25"/>
                    <a:pt x="7450" y="77"/>
                  </a:cubicBezTo>
                  <a:lnTo>
                    <a:pt x="531" y="4072"/>
                  </a:lnTo>
                  <a:cubicBezTo>
                    <a:pt x="238" y="4242"/>
                    <a:pt x="1" y="4636"/>
                    <a:pt x="1" y="4956"/>
                  </a:cubicBezTo>
                  <a:cubicBezTo>
                    <a:pt x="1" y="5175"/>
                    <a:pt x="115" y="5301"/>
                    <a:pt x="283" y="5301"/>
                  </a:cubicBezTo>
                  <a:cubicBezTo>
                    <a:pt x="357" y="5301"/>
                    <a:pt x="441" y="5276"/>
                    <a:pt x="531" y="5224"/>
                  </a:cubicBezTo>
                  <a:lnTo>
                    <a:pt x="7450" y="1230"/>
                  </a:lnTo>
                  <a:cubicBezTo>
                    <a:pt x="7742" y="1060"/>
                    <a:pt x="7980" y="665"/>
                    <a:pt x="7980" y="346"/>
                  </a:cubicBezTo>
                  <a:cubicBezTo>
                    <a:pt x="7980" y="126"/>
                    <a:pt x="7865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1665775" y="3373925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9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1715675" y="3275350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3" y="1"/>
                  </a:moveTo>
                  <a:cubicBezTo>
                    <a:pt x="5629" y="1"/>
                    <a:pt x="5544" y="25"/>
                    <a:pt x="5454" y="78"/>
                  </a:cubicBezTo>
                  <a:lnTo>
                    <a:pt x="531" y="2920"/>
                  </a:lnTo>
                  <a:cubicBezTo>
                    <a:pt x="238" y="3090"/>
                    <a:pt x="1" y="3484"/>
                    <a:pt x="1" y="3804"/>
                  </a:cubicBezTo>
                  <a:cubicBezTo>
                    <a:pt x="1" y="4024"/>
                    <a:pt x="115" y="4150"/>
                    <a:pt x="282" y="4150"/>
                  </a:cubicBezTo>
                  <a:cubicBezTo>
                    <a:pt x="356" y="4150"/>
                    <a:pt x="441" y="4125"/>
                    <a:pt x="531" y="4073"/>
                  </a:cubicBezTo>
                  <a:lnTo>
                    <a:pt x="5454" y="1231"/>
                  </a:lnTo>
                  <a:cubicBezTo>
                    <a:pt x="5746" y="1061"/>
                    <a:pt x="5984" y="666"/>
                    <a:pt x="5984" y="347"/>
                  </a:cubicBezTo>
                  <a:cubicBezTo>
                    <a:pt x="5984" y="126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1665775" y="343155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1"/>
                  </a:moveTo>
                  <a:cubicBezTo>
                    <a:pt x="778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4" y="354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6"/>
                    <a:pt x="72" y="1449"/>
                    <a:pt x="177" y="1449"/>
                  </a:cubicBezTo>
                  <a:cubicBezTo>
                    <a:pt x="220" y="1449"/>
                    <a:pt x="268" y="1435"/>
                    <a:pt x="320" y="1405"/>
                  </a:cubicBezTo>
                  <a:lnTo>
                    <a:pt x="681" y="1198"/>
                  </a:lnTo>
                  <a:cubicBezTo>
                    <a:pt x="854" y="1096"/>
                    <a:pt x="997" y="847"/>
                    <a:pt x="997" y="643"/>
                  </a:cubicBezTo>
                  <a:lnTo>
                    <a:pt x="997" y="228"/>
                  </a:lnTo>
                  <a:cubicBezTo>
                    <a:pt x="997" y="84"/>
                    <a:pt x="926" y="1"/>
                    <a:pt x="82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1715675" y="3333000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2" y="0"/>
                  </a:moveTo>
                  <a:cubicBezTo>
                    <a:pt x="5628" y="0"/>
                    <a:pt x="5543" y="25"/>
                    <a:pt x="5454" y="77"/>
                  </a:cubicBezTo>
                  <a:lnTo>
                    <a:pt x="531" y="2920"/>
                  </a:lnTo>
                  <a:cubicBezTo>
                    <a:pt x="238" y="3089"/>
                    <a:pt x="1" y="3483"/>
                    <a:pt x="1" y="3803"/>
                  </a:cubicBezTo>
                  <a:cubicBezTo>
                    <a:pt x="1" y="4023"/>
                    <a:pt x="115" y="4149"/>
                    <a:pt x="282" y="4149"/>
                  </a:cubicBezTo>
                  <a:cubicBezTo>
                    <a:pt x="356" y="4149"/>
                    <a:pt x="441" y="4124"/>
                    <a:pt x="531" y="4072"/>
                  </a:cubicBezTo>
                  <a:lnTo>
                    <a:pt x="5454" y="1230"/>
                  </a:lnTo>
                  <a:cubicBezTo>
                    <a:pt x="5746" y="1060"/>
                    <a:pt x="5984" y="665"/>
                    <a:pt x="5984" y="346"/>
                  </a:cubicBezTo>
                  <a:cubicBezTo>
                    <a:pt x="5984" y="126"/>
                    <a:pt x="5869" y="0"/>
                    <a:pt x="570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1665775" y="3489125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1715675" y="3390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1"/>
                  </a:moveTo>
                  <a:cubicBezTo>
                    <a:pt x="5627" y="1"/>
                    <a:pt x="5543" y="25"/>
                    <a:pt x="5454" y="76"/>
                  </a:cubicBezTo>
                  <a:lnTo>
                    <a:pt x="531" y="2918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3"/>
                    <a:pt x="114" y="4148"/>
                    <a:pt x="281" y="4148"/>
                  </a:cubicBezTo>
                  <a:cubicBezTo>
                    <a:pt x="355" y="4148"/>
                    <a:pt x="441" y="4123"/>
                    <a:pt x="531" y="4070"/>
                  </a:cubicBezTo>
                  <a:lnTo>
                    <a:pt x="5454" y="1229"/>
                  </a:lnTo>
                  <a:cubicBezTo>
                    <a:pt x="5746" y="1058"/>
                    <a:pt x="5984" y="664"/>
                    <a:pt x="5984" y="348"/>
                  </a:cubicBezTo>
                  <a:cubicBezTo>
                    <a:pt x="5984" y="126"/>
                    <a:pt x="5869" y="1"/>
                    <a:pt x="5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1665775" y="3546675"/>
              <a:ext cx="24950" cy="36175"/>
            </a:xfrm>
            <a:custGeom>
              <a:rect b="b" l="l" r="r" t="t"/>
              <a:pathLst>
                <a:path extrusionOk="0" h="1447" w="998">
                  <a:moveTo>
                    <a:pt x="819" y="0"/>
                  </a:moveTo>
                  <a:cubicBezTo>
                    <a:pt x="777" y="0"/>
                    <a:pt x="728" y="14"/>
                    <a:pt x="677" y="43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1" y="1196"/>
                  </a:lnTo>
                  <a:cubicBezTo>
                    <a:pt x="854" y="1094"/>
                    <a:pt x="997" y="846"/>
                    <a:pt x="997" y="645"/>
                  </a:cubicBezTo>
                  <a:lnTo>
                    <a:pt x="997" y="227"/>
                  </a:lnTo>
                  <a:cubicBezTo>
                    <a:pt x="997" y="84"/>
                    <a:pt x="925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1715675" y="344812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1" y="0"/>
                  </a:moveTo>
                  <a:cubicBezTo>
                    <a:pt x="5627" y="0"/>
                    <a:pt x="5543" y="24"/>
                    <a:pt x="5454" y="75"/>
                  </a:cubicBezTo>
                  <a:lnTo>
                    <a:pt x="531" y="2917"/>
                  </a:lnTo>
                  <a:cubicBezTo>
                    <a:pt x="238" y="3088"/>
                    <a:pt x="1" y="3482"/>
                    <a:pt x="1" y="3802"/>
                  </a:cubicBezTo>
                  <a:cubicBezTo>
                    <a:pt x="1" y="4022"/>
                    <a:pt x="114" y="4148"/>
                    <a:pt x="281" y="4148"/>
                  </a:cubicBezTo>
                  <a:cubicBezTo>
                    <a:pt x="356" y="4148"/>
                    <a:pt x="441" y="4123"/>
                    <a:pt x="531" y="4070"/>
                  </a:cubicBezTo>
                  <a:lnTo>
                    <a:pt x="5454" y="1228"/>
                  </a:lnTo>
                  <a:cubicBezTo>
                    <a:pt x="5746" y="1058"/>
                    <a:pt x="5984" y="664"/>
                    <a:pt x="5984" y="344"/>
                  </a:cubicBezTo>
                  <a:cubicBezTo>
                    <a:pt x="5984" y="125"/>
                    <a:pt x="5869" y="0"/>
                    <a:pt x="57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1664675" y="3535100"/>
              <a:ext cx="199600" cy="132550"/>
            </a:xfrm>
            <a:custGeom>
              <a:rect b="b" l="l" r="r" t="t"/>
              <a:pathLst>
                <a:path extrusionOk="0" h="5302" w="7984">
                  <a:moveTo>
                    <a:pt x="7701" y="1"/>
                  </a:moveTo>
                  <a:cubicBezTo>
                    <a:pt x="7627" y="1"/>
                    <a:pt x="7543" y="26"/>
                    <a:pt x="7453" y="78"/>
                  </a:cubicBezTo>
                  <a:lnTo>
                    <a:pt x="534" y="4073"/>
                  </a:lnTo>
                  <a:cubicBezTo>
                    <a:pt x="241" y="4243"/>
                    <a:pt x="1" y="4637"/>
                    <a:pt x="1" y="4957"/>
                  </a:cubicBezTo>
                  <a:cubicBezTo>
                    <a:pt x="1" y="5176"/>
                    <a:pt x="115" y="5302"/>
                    <a:pt x="284" y="5302"/>
                  </a:cubicBezTo>
                  <a:cubicBezTo>
                    <a:pt x="358" y="5302"/>
                    <a:pt x="444" y="5277"/>
                    <a:pt x="534" y="5225"/>
                  </a:cubicBezTo>
                  <a:lnTo>
                    <a:pt x="7453" y="1230"/>
                  </a:lnTo>
                  <a:cubicBezTo>
                    <a:pt x="7745" y="1060"/>
                    <a:pt x="7983" y="666"/>
                    <a:pt x="7983" y="347"/>
                  </a:cubicBezTo>
                  <a:cubicBezTo>
                    <a:pt x="7983" y="127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1664675" y="3691300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0"/>
                  </a:moveTo>
                  <a:cubicBezTo>
                    <a:pt x="781" y="0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3"/>
                    <a:pt x="73" y="1448"/>
                    <a:pt x="178" y="1448"/>
                  </a:cubicBezTo>
                  <a:cubicBezTo>
                    <a:pt x="221" y="1448"/>
                    <a:pt x="269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1714550" y="3592725"/>
              <a:ext cx="149725" cy="103750"/>
            </a:xfrm>
            <a:custGeom>
              <a:rect b="b" l="l" r="r" t="t"/>
              <a:pathLst>
                <a:path extrusionOk="0" h="4150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5" y="2920"/>
                  </a:lnTo>
                  <a:cubicBezTo>
                    <a:pt x="239" y="3090"/>
                    <a:pt x="1" y="3485"/>
                    <a:pt x="1" y="3804"/>
                  </a:cubicBezTo>
                  <a:cubicBezTo>
                    <a:pt x="1" y="4023"/>
                    <a:pt x="115" y="4150"/>
                    <a:pt x="285" y="4150"/>
                  </a:cubicBezTo>
                  <a:cubicBezTo>
                    <a:pt x="359" y="4150"/>
                    <a:pt x="445" y="4125"/>
                    <a:pt x="535" y="4073"/>
                  </a:cubicBezTo>
                  <a:lnTo>
                    <a:pt x="5458" y="1230"/>
                  </a:lnTo>
                  <a:cubicBezTo>
                    <a:pt x="5750" y="1061"/>
                    <a:pt x="5988" y="666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1664675" y="37489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1"/>
                  </a:moveTo>
                  <a:cubicBezTo>
                    <a:pt x="781" y="1"/>
                    <a:pt x="732" y="15"/>
                    <a:pt x="680" y="44"/>
                  </a:cubicBezTo>
                  <a:lnTo>
                    <a:pt x="320" y="252"/>
                  </a:lnTo>
                  <a:cubicBezTo>
                    <a:pt x="144" y="354"/>
                    <a:pt x="1" y="603"/>
                    <a:pt x="1" y="807"/>
                  </a:cubicBezTo>
                  <a:lnTo>
                    <a:pt x="1" y="1221"/>
                  </a:lnTo>
                  <a:cubicBezTo>
                    <a:pt x="1" y="1365"/>
                    <a:pt x="72" y="1449"/>
                    <a:pt x="177" y="1449"/>
                  </a:cubicBezTo>
                  <a:cubicBezTo>
                    <a:pt x="220" y="1449"/>
                    <a:pt x="268" y="1434"/>
                    <a:pt x="320" y="1405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1714550" y="36503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8" y="25"/>
                    <a:pt x="5458" y="77"/>
                  </a:cubicBezTo>
                  <a:lnTo>
                    <a:pt x="535" y="2919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2"/>
                    <a:pt x="115" y="4149"/>
                    <a:pt x="285" y="4149"/>
                  </a:cubicBezTo>
                  <a:cubicBezTo>
                    <a:pt x="359" y="4149"/>
                    <a:pt x="445" y="4124"/>
                    <a:pt x="535" y="4072"/>
                  </a:cubicBezTo>
                  <a:lnTo>
                    <a:pt x="5458" y="1229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6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1664675" y="380647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7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1714550" y="3707950"/>
              <a:ext cx="149725" cy="103700"/>
            </a:xfrm>
            <a:custGeom>
              <a:rect b="b" l="l" r="r" t="t"/>
              <a:pathLst>
                <a:path extrusionOk="0" h="4148" w="5989">
                  <a:moveTo>
                    <a:pt x="5706" y="0"/>
                  </a:moveTo>
                  <a:cubicBezTo>
                    <a:pt x="5632" y="0"/>
                    <a:pt x="5547" y="25"/>
                    <a:pt x="5458" y="76"/>
                  </a:cubicBezTo>
                  <a:lnTo>
                    <a:pt x="535" y="2918"/>
                  </a:lnTo>
                  <a:cubicBezTo>
                    <a:pt x="239" y="3088"/>
                    <a:pt x="1" y="3486"/>
                    <a:pt x="1" y="3802"/>
                  </a:cubicBezTo>
                  <a:cubicBezTo>
                    <a:pt x="1" y="4023"/>
                    <a:pt x="115" y="4148"/>
                    <a:pt x="283" y="4148"/>
                  </a:cubicBezTo>
                  <a:cubicBezTo>
                    <a:pt x="358" y="4148"/>
                    <a:pt x="444" y="4123"/>
                    <a:pt x="535" y="4070"/>
                  </a:cubicBezTo>
                  <a:lnTo>
                    <a:pt x="5458" y="1228"/>
                  </a:lnTo>
                  <a:cubicBezTo>
                    <a:pt x="5750" y="1058"/>
                    <a:pt x="5988" y="663"/>
                    <a:pt x="5988" y="348"/>
                  </a:cubicBezTo>
                  <a:cubicBezTo>
                    <a:pt x="5988" y="126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166467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0" y="44"/>
                  </a:cubicBezTo>
                  <a:lnTo>
                    <a:pt x="320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8" y="1095"/>
                    <a:pt x="1000" y="846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1714550" y="37654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5" y="1"/>
                  </a:moveTo>
                  <a:cubicBezTo>
                    <a:pt x="5631" y="1"/>
                    <a:pt x="5547" y="25"/>
                    <a:pt x="5458" y="76"/>
                  </a:cubicBezTo>
                  <a:lnTo>
                    <a:pt x="535" y="2919"/>
                  </a:lnTo>
                  <a:cubicBezTo>
                    <a:pt x="239" y="3088"/>
                    <a:pt x="1" y="3483"/>
                    <a:pt x="1" y="3802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8" y="4149"/>
                    <a:pt x="444" y="4124"/>
                    <a:pt x="535" y="4071"/>
                  </a:cubicBezTo>
                  <a:lnTo>
                    <a:pt x="5458" y="1229"/>
                  </a:lnTo>
                  <a:cubicBezTo>
                    <a:pt x="5750" y="1059"/>
                    <a:pt x="5988" y="664"/>
                    <a:pt x="5988" y="349"/>
                  </a:cubicBezTo>
                  <a:cubicBezTo>
                    <a:pt x="5988" y="126"/>
                    <a:pt x="5873" y="1"/>
                    <a:pt x="570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2563650" y="2800275"/>
              <a:ext cx="374175" cy="249200"/>
            </a:xfrm>
            <a:custGeom>
              <a:rect b="b" l="l" r="r" t="t"/>
              <a:pathLst>
                <a:path extrusionOk="0" h="9968" w="14967">
                  <a:moveTo>
                    <a:pt x="14672" y="0"/>
                  </a:moveTo>
                  <a:cubicBezTo>
                    <a:pt x="14600" y="0"/>
                    <a:pt x="14519" y="24"/>
                    <a:pt x="14433" y="73"/>
                  </a:cubicBezTo>
                  <a:lnTo>
                    <a:pt x="531" y="8100"/>
                  </a:lnTo>
                  <a:cubicBezTo>
                    <a:pt x="239" y="8269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4"/>
                    <a:pt x="531" y="9895"/>
                  </a:cubicBezTo>
                  <a:lnTo>
                    <a:pt x="14433" y="1803"/>
                  </a:lnTo>
                  <a:cubicBezTo>
                    <a:pt x="14729" y="1633"/>
                    <a:pt x="14967" y="1219"/>
                    <a:pt x="14967" y="878"/>
                  </a:cubicBezTo>
                  <a:lnTo>
                    <a:pt x="14967" y="379"/>
                  </a:lnTo>
                  <a:cubicBezTo>
                    <a:pt x="14967" y="140"/>
                    <a:pt x="14847" y="0"/>
                    <a:pt x="1467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2563650" y="285777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5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1"/>
                    <a:pt x="16960" y="662"/>
                    <a:pt x="16960" y="347"/>
                  </a:cubicBezTo>
                  <a:cubicBezTo>
                    <a:pt x="16960" y="126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2563650" y="291530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8"/>
                  </a:lnTo>
                  <a:cubicBezTo>
                    <a:pt x="239" y="9425"/>
                    <a:pt x="1" y="9822"/>
                    <a:pt x="1" y="10139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60"/>
                    <a:pt x="531" y="10407"/>
                  </a:cubicBezTo>
                  <a:lnTo>
                    <a:pt x="16429" y="1231"/>
                  </a:lnTo>
                  <a:cubicBezTo>
                    <a:pt x="16721" y="1061"/>
                    <a:pt x="16960" y="666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2563650" y="29728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7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2563650" y="30304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3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2" y="10460"/>
                    <a:pt x="531" y="10408"/>
                  </a:cubicBezTo>
                  <a:lnTo>
                    <a:pt x="16429" y="1229"/>
                  </a:lnTo>
                  <a:cubicBezTo>
                    <a:pt x="16721" y="1058"/>
                    <a:pt x="16960" y="664"/>
                    <a:pt x="16960" y="347"/>
                  </a:cubicBezTo>
                  <a:cubicBezTo>
                    <a:pt x="16960" y="126"/>
                    <a:pt x="16845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2563650" y="30880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1"/>
                  </a:lnTo>
                  <a:cubicBezTo>
                    <a:pt x="16721" y="1060"/>
                    <a:pt x="16960" y="663"/>
                    <a:pt x="16960" y="346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2563650" y="3145600"/>
              <a:ext cx="424000" cy="262075"/>
            </a:xfrm>
            <a:custGeom>
              <a:rect b="b" l="l" r="r" t="t"/>
              <a:pathLst>
                <a:path extrusionOk="0" h="10483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6"/>
                  </a:lnTo>
                  <a:cubicBezTo>
                    <a:pt x="239" y="9423"/>
                    <a:pt x="1" y="9821"/>
                    <a:pt x="1" y="10136"/>
                  </a:cubicBezTo>
                  <a:cubicBezTo>
                    <a:pt x="1" y="10358"/>
                    <a:pt x="115" y="10483"/>
                    <a:pt x="281" y="10483"/>
                  </a:cubicBezTo>
                  <a:cubicBezTo>
                    <a:pt x="356" y="10483"/>
                    <a:pt x="441" y="10458"/>
                    <a:pt x="531" y="10405"/>
                  </a:cubicBezTo>
                  <a:lnTo>
                    <a:pt x="16429" y="1229"/>
                  </a:lnTo>
                  <a:cubicBezTo>
                    <a:pt x="16721" y="1059"/>
                    <a:pt x="16960" y="665"/>
                    <a:pt x="16960" y="345"/>
                  </a:cubicBezTo>
                  <a:cubicBezTo>
                    <a:pt x="16960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2563650" y="3203125"/>
              <a:ext cx="424000" cy="262175"/>
            </a:xfrm>
            <a:custGeom>
              <a:rect b="b" l="l" r="r" t="t"/>
              <a:pathLst>
                <a:path extrusionOk="0" h="10487" w="16960">
                  <a:moveTo>
                    <a:pt x="16678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7"/>
                    <a:pt x="1" y="9821"/>
                    <a:pt x="1" y="10141"/>
                  </a:cubicBezTo>
                  <a:cubicBezTo>
                    <a:pt x="1" y="10360"/>
                    <a:pt x="115" y="10486"/>
                    <a:pt x="283" y="10486"/>
                  </a:cubicBezTo>
                  <a:cubicBezTo>
                    <a:pt x="357" y="10486"/>
                    <a:pt x="441" y="10461"/>
                    <a:pt x="531" y="10409"/>
                  </a:cubicBezTo>
                  <a:lnTo>
                    <a:pt x="16429" y="1230"/>
                  </a:lnTo>
                  <a:cubicBezTo>
                    <a:pt x="16721" y="1060"/>
                    <a:pt x="16960" y="666"/>
                    <a:pt x="16960" y="346"/>
                  </a:cubicBezTo>
                  <a:cubicBezTo>
                    <a:pt x="16960" y="126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2563650" y="3260725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5" y="1"/>
                    <a:pt x="16519" y="26"/>
                    <a:pt x="16429" y="78"/>
                  </a:cubicBezTo>
                  <a:lnTo>
                    <a:pt x="531" y="9255"/>
                  </a:lnTo>
                  <a:cubicBezTo>
                    <a:pt x="239" y="9424"/>
                    <a:pt x="1" y="9819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2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60" y="663"/>
                    <a:pt x="16960" y="347"/>
                  </a:cubicBezTo>
                  <a:cubicBezTo>
                    <a:pt x="16960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1965050" y="3045050"/>
              <a:ext cx="548750" cy="852325"/>
            </a:xfrm>
            <a:custGeom>
              <a:rect b="b" l="l" r="r" t="t"/>
              <a:pathLst>
                <a:path extrusionOk="0" h="34093" w="21950">
                  <a:moveTo>
                    <a:pt x="21655" y="1"/>
                  </a:moveTo>
                  <a:cubicBezTo>
                    <a:pt x="21584" y="1"/>
                    <a:pt x="21504" y="24"/>
                    <a:pt x="21419" y="74"/>
                  </a:cubicBezTo>
                  <a:lnTo>
                    <a:pt x="534" y="12132"/>
                  </a:lnTo>
                  <a:cubicBezTo>
                    <a:pt x="238" y="12302"/>
                    <a:pt x="1" y="12713"/>
                    <a:pt x="1" y="13054"/>
                  </a:cubicBezTo>
                  <a:lnTo>
                    <a:pt x="1" y="33711"/>
                  </a:lnTo>
                  <a:cubicBezTo>
                    <a:pt x="1" y="33952"/>
                    <a:pt x="121" y="34093"/>
                    <a:pt x="296" y="34093"/>
                  </a:cubicBezTo>
                  <a:cubicBezTo>
                    <a:pt x="368" y="34093"/>
                    <a:pt x="449" y="34070"/>
                    <a:pt x="534" y="34020"/>
                  </a:cubicBezTo>
                  <a:lnTo>
                    <a:pt x="21419" y="21961"/>
                  </a:lnTo>
                  <a:cubicBezTo>
                    <a:pt x="21712" y="21791"/>
                    <a:pt x="21950" y="21380"/>
                    <a:pt x="21950" y="21039"/>
                  </a:cubicBezTo>
                  <a:lnTo>
                    <a:pt x="21950" y="383"/>
                  </a:lnTo>
                  <a:cubicBezTo>
                    <a:pt x="21950" y="141"/>
                    <a:pt x="21830" y="1"/>
                    <a:pt x="21655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1965050" y="3339850"/>
              <a:ext cx="548750" cy="557525"/>
            </a:xfrm>
            <a:custGeom>
              <a:rect b="b" l="l" r="r" t="t"/>
              <a:pathLst>
                <a:path extrusionOk="0" h="22301" w="21950">
                  <a:moveTo>
                    <a:pt x="16122" y="0"/>
                  </a:moveTo>
                  <a:lnTo>
                    <a:pt x="12634" y="6178"/>
                  </a:lnTo>
                  <a:lnTo>
                    <a:pt x="15085" y="9357"/>
                  </a:lnTo>
                  <a:lnTo>
                    <a:pt x="15085" y="9357"/>
                  </a:lnTo>
                  <a:lnTo>
                    <a:pt x="6984" y="2373"/>
                  </a:lnTo>
                  <a:lnTo>
                    <a:pt x="1" y="17493"/>
                  </a:lnTo>
                  <a:lnTo>
                    <a:pt x="1" y="21919"/>
                  </a:lnTo>
                  <a:cubicBezTo>
                    <a:pt x="1" y="22160"/>
                    <a:pt x="121" y="22301"/>
                    <a:pt x="296" y="22301"/>
                  </a:cubicBezTo>
                  <a:cubicBezTo>
                    <a:pt x="368" y="22301"/>
                    <a:pt x="449" y="22278"/>
                    <a:pt x="534" y="22228"/>
                  </a:cubicBezTo>
                  <a:lnTo>
                    <a:pt x="21419" y="10169"/>
                  </a:lnTo>
                  <a:cubicBezTo>
                    <a:pt x="21712" y="9999"/>
                    <a:pt x="21950" y="9588"/>
                    <a:pt x="21950" y="9247"/>
                  </a:cubicBezTo>
                  <a:lnTo>
                    <a:pt x="21950" y="5328"/>
                  </a:lnTo>
                  <a:lnTo>
                    <a:pt x="1612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2349725" y="3175600"/>
              <a:ext cx="78650" cy="101625"/>
            </a:xfrm>
            <a:custGeom>
              <a:rect b="b" l="l" r="r" t="t"/>
              <a:pathLst>
                <a:path extrusionOk="0" h="4065" w="3146">
                  <a:moveTo>
                    <a:pt x="2277" y="1"/>
                  </a:moveTo>
                  <a:cubicBezTo>
                    <a:pt x="2066" y="1"/>
                    <a:pt x="1827" y="70"/>
                    <a:pt x="1575" y="216"/>
                  </a:cubicBezTo>
                  <a:cubicBezTo>
                    <a:pt x="704" y="719"/>
                    <a:pt x="1" y="1936"/>
                    <a:pt x="1" y="2939"/>
                  </a:cubicBezTo>
                  <a:cubicBezTo>
                    <a:pt x="1" y="3653"/>
                    <a:pt x="355" y="4064"/>
                    <a:pt x="872" y="4064"/>
                  </a:cubicBezTo>
                  <a:cubicBezTo>
                    <a:pt x="1084" y="4064"/>
                    <a:pt x="1322" y="3996"/>
                    <a:pt x="1575" y="3851"/>
                  </a:cubicBezTo>
                  <a:cubicBezTo>
                    <a:pt x="2442" y="3347"/>
                    <a:pt x="3146" y="2127"/>
                    <a:pt x="3146" y="1124"/>
                  </a:cubicBezTo>
                  <a:cubicBezTo>
                    <a:pt x="3146" y="413"/>
                    <a:pt x="2792" y="1"/>
                    <a:pt x="22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1615900" y="2310675"/>
              <a:ext cx="1371750" cy="953075"/>
            </a:xfrm>
            <a:custGeom>
              <a:rect b="b" l="l" r="r" t="t"/>
              <a:pathLst>
                <a:path extrusionOk="0" h="38123" w="54870">
                  <a:moveTo>
                    <a:pt x="54577" y="1"/>
                  </a:moveTo>
                  <a:cubicBezTo>
                    <a:pt x="54505" y="1"/>
                    <a:pt x="54425" y="24"/>
                    <a:pt x="54339" y="74"/>
                  </a:cubicBezTo>
                  <a:lnTo>
                    <a:pt x="530" y="31138"/>
                  </a:lnTo>
                  <a:cubicBezTo>
                    <a:pt x="238" y="31308"/>
                    <a:pt x="0" y="31719"/>
                    <a:pt x="0" y="32060"/>
                  </a:cubicBezTo>
                  <a:lnTo>
                    <a:pt x="0" y="37743"/>
                  </a:lnTo>
                  <a:cubicBezTo>
                    <a:pt x="0" y="37984"/>
                    <a:pt x="119" y="38123"/>
                    <a:pt x="293" y="38123"/>
                  </a:cubicBezTo>
                  <a:cubicBezTo>
                    <a:pt x="364" y="38123"/>
                    <a:pt x="445" y="38099"/>
                    <a:pt x="530" y="38049"/>
                  </a:cubicBezTo>
                  <a:lnTo>
                    <a:pt x="54339" y="6985"/>
                  </a:lnTo>
                  <a:cubicBezTo>
                    <a:pt x="54631" y="6816"/>
                    <a:pt x="54870" y="6404"/>
                    <a:pt x="54870" y="6064"/>
                  </a:cubicBezTo>
                  <a:lnTo>
                    <a:pt x="54870" y="380"/>
                  </a:lnTo>
                  <a:cubicBezTo>
                    <a:pt x="54870" y="139"/>
                    <a:pt x="54750" y="1"/>
                    <a:pt x="5457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2488800" y="2427250"/>
              <a:ext cx="399150" cy="270050"/>
            </a:xfrm>
            <a:custGeom>
              <a:rect b="b" l="l" r="r" t="t"/>
              <a:pathLst>
                <a:path extrusionOk="0" h="10802" w="15966">
                  <a:moveTo>
                    <a:pt x="15965" y="1"/>
                  </a:moveTo>
                  <a:lnTo>
                    <a:pt x="319" y="9030"/>
                  </a:lnTo>
                  <a:cubicBezTo>
                    <a:pt x="146" y="9132"/>
                    <a:pt x="0" y="9380"/>
                    <a:pt x="0" y="9584"/>
                  </a:cubicBezTo>
                  <a:lnTo>
                    <a:pt x="3" y="10574"/>
                  </a:lnTo>
                  <a:cubicBezTo>
                    <a:pt x="3" y="10718"/>
                    <a:pt x="75" y="10802"/>
                    <a:pt x="178" y="10802"/>
                  </a:cubicBezTo>
                  <a:cubicBezTo>
                    <a:pt x="221" y="10802"/>
                    <a:pt x="269" y="10787"/>
                    <a:pt x="319" y="10758"/>
                  </a:cubicBezTo>
                  <a:lnTo>
                    <a:pt x="15965" y="1727"/>
                  </a:lnTo>
                  <a:lnTo>
                    <a:pt x="15965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2887925" y="2401925"/>
              <a:ext cx="49900" cy="68525"/>
            </a:xfrm>
            <a:custGeom>
              <a:rect b="b" l="l" r="r" t="t"/>
              <a:pathLst>
                <a:path extrusionOk="0" h="2741" w="1996">
                  <a:moveTo>
                    <a:pt x="1818" y="1"/>
                  </a:moveTo>
                  <a:cubicBezTo>
                    <a:pt x="1775" y="1"/>
                    <a:pt x="1727" y="15"/>
                    <a:pt x="1676" y="45"/>
                  </a:cubicBezTo>
                  <a:lnTo>
                    <a:pt x="0" y="1014"/>
                  </a:lnTo>
                  <a:lnTo>
                    <a:pt x="0" y="2740"/>
                  </a:lnTo>
                  <a:lnTo>
                    <a:pt x="1676" y="1772"/>
                  </a:lnTo>
                  <a:cubicBezTo>
                    <a:pt x="1850" y="1670"/>
                    <a:pt x="1996" y="1422"/>
                    <a:pt x="1996" y="1221"/>
                  </a:cubicBezTo>
                  <a:lnTo>
                    <a:pt x="1996" y="228"/>
                  </a:lnTo>
                  <a:cubicBezTo>
                    <a:pt x="1996" y="84"/>
                    <a:pt x="1923" y="1"/>
                    <a:pt x="181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2902375" y="2418750"/>
              <a:ext cx="25775" cy="31375"/>
            </a:xfrm>
            <a:custGeom>
              <a:rect b="b" l="l" r="r" t="t"/>
              <a:pathLst>
                <a:path extrusionOk="0" h="1255" w="1031">
                  <a:moveTo>
                    <a:pt x="527" y="140"/>
                  </a:moveTo>
                  <a:cubicBezTo>
                    <a:pt x="544" y="140"/>
                    <a:pt x="561" y="143"/>
                    <a:pt x="575" y="153"/>
                  </a:cubicBezTo>
                  <a:cubicBezTo>
                    <a:pt x="640" y="188"/>
                    <a:pt x="677" y="296"/>
                    <a:pt x="677" y="432"/>
                  </a:cubicBezTo>
                  <a:cubicBezTo>
                    <a:pt x="677" y="691"/>
                    <a:pt x="538" y="994"/>
                    <a:pt x="374" y="1088"/>
                  </a:cubicBezTo>
                  <a:cubicBezTo>
                    <a:pt x="342" y="1106"/>
                    <a:pt x="314" y="1115"/>
                    <a:pt x="289" y="1115"/>
                  </a:cubicBezTo>
                  <a:cubicBezTo>
                    <a:pt x="270" y="1115"/>
                    <a:pt x="254" y="1111"/>
                    <a:pt x="238" y="1102"/>
                  </a:cubicBezTo>
                  <a:cubicBezTo>
                    <a:pt x="177" y="1065"/>
                    <a:pt x="139" y="959"/>
                    <a:pt x="139" y="823"/>
                  </a:cubicBezTo>
                  <a:cubicBezTo>
                    <a:pt x="139" y="561"/>
                    <a:pt x="279" y="259"/>
                    <a:pt x="442" y="164"/>
                  </a:cubicBezTo>
                  <a:cubicBezTo>
                    <a:pt x="473" y="147"/>
                    <a:pt x="500" y="140"/>
                    <a:pt x="527" y="140"/>
                  </a:cubicBezTo>
                  <a:close/>
                  <a:moveTo>
                    <a:pt x="527" y="0"/>
                  </a:moveTo>
                  <a:cubicBezTo>
                    <a:pt x="478" y="0"/>
                    <a:pt x="426" y="15"/>
                    <a:pt x="374" y="45"/>
                  </a:cubicBezTo>
                  <a:cubicBezTo>
                    <a:pt x="164" y="167"/>
                    <a:pt x="1" y="507"/>
                    <a:pt x="1" y="823"/>
                  </a:cubicBezTo>
                  <a:cubicBezTo>
                    <a:pt x="1" y="1014"/>
                    <a:pt x="62" y="1160"/>
                    <a:pt x="170" y="1221"/>
                  </a:cubicBezTo>
                  <a:cubicBezTo>
                    <a:pt x="208" y="1242"/>
                    <a:pt x="249" y="1255"/>
                    <a:pt x="289" y="1255"/>
                  </a:cubicBezTo>
                  <a:cubicBezTo>
                    <a:pt x="337" y="1255"/>
                    <a:pt x="391" y="1238"/>
                    <a:pt x="442" y="1207"/>
                  </a:cubicBezTo>
                  <a:cubicBezTo>
                    <a:pt x="568" y="1136"/>
                    <a:pt x="677" y="983"/>
                    <a:pt x="745" y="803"/>
                  </a:cubicBezTo>
                  <a:lnTo>
                    <a:pt x="932" y="864"/>
                  </a:lnTo>
                  <a:cubicBezTo>
                    <a:pt x="939" y="864"/>
                    <a:pt x="946" y="867"/>
                    <a:pt x="952" y="867"/>
                  </a:cubicBezTo>
                  <a:cubicBezTo>
                    <a:pt x="983" y="867"/>
                    <a:pt x="1010" y="847"/>
                    <a:pt x="1021" y="817"/>
                  </a:cubicBezTo>
                  <a:cubicBezTo>
                    <a:pt x="1030" y="779"/>
                    <a:pt x="1010" y="742"/>
                    <a:pt x="972" y="732"/>
                  </a:cubicBezTo>
                  <a:lnTo>
                    <a:pt x="786" y="674"/>
                  </a:lnTo>
                  <a:cubicBezTo>
                    <a:pt x="806" y="592"/>
                    <a:pt x="817" y="511"/>
                    <a:pt x="817" y="432"/>
                  </a:cubicBezTo>
                  <a:cubicBezTo>
                    <a:pt x="817" y="239"/>
                    <a:pt x="755" y="96"/>
                    <a:pt x="646" y="31"/>
                  </a:cubicBezTo>
                  <a:cubicBezTo>
                    <a:pt x="609" y="11"/>
                    <a:pt x="569" y="0"/>
                    <a:pt x="52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965050" y="2512300"/>
              <a:ext cx="1022600" cy="780275"/>
            </a:xfrm>
            <a:custGeom>
              <a:rect b="b" l="l" r="r" t="t"/>
              <a:pathLst>
                <a:path extrusionOk="0" h="31211" w="40904">
                  <a:moveTo>
                    <a:pt x="40611" y="0"/>
                  </a:moveTo>
                  <a:cubicBezTo>
                    <a:pt x="40539" y="0"/>
                    <a:pt x="40458" y="24"/>
                    <a:pt x="40373" y="73"/>
                  </a:cubicBezTo>
                  <a:lnTo>
                    <a:pt x="534" y="23073"/>
                  </a:lnTo>
                  <a:cubicBezTo>
                    <a:pt x="238" y="23243"/>
                    <a:pt x="1" y="23654"/>
                    <a:pt x="1" y="23995"/>
                  </a:cubicBezTo>
                  <a:lnTo>
                    <a:pt x="1" y="30831"/>
                  </a:lnTo>
                  <a:cubicBezTo>
                    <a:pt x="1" y="31072"/>
                    <a:pt x="120" y="31210"/>
                    <a:pt x="295" y="31210"/>
                  </a:cubicBezTo>
                  <a:cubicBezTo>
                    <a:pt x="367" y="31210"/>
                    <a:pt x="448" y="31187"/>
                    <a:pt x="534" y="31137"/>
                  </a:cubicBezTo>
                  <a:lnTo>
                    <a:pt x="40373" y="8137"/>
                  </a:lnTo>
                  <a:cubicBezTo>
                    <a:pt x="40665" y="7968"/>
                    <a:pt x="40904" y="7553"/>
                    <a:pt x="40904" y="7216"/>
                  </a:cubicBezTo>
                  <a:lnTo>
                    <a:pt x="40904" y="379"/>
                  </a:lnTo>
                  <a:cubicBezTo>
                    <a:pt x="40904" y="138"/>
                    <a:pt x="40784" y="0"/>
                    <a:pt x="4061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1840350" y="2208375"/>
              <a:ext cx="1496450" cy="2150975"/>
            </a:xfrm>
            <a:custGeom>
              <a:rect b="b" l="l" r="r" t="t"/>
              <a:pathLst>
                <a:path extrusionOk="0" h="86039" w="59858">
                  <a:moveTo>
                    <a:pt x="58874" y="1"/>
                  </a:moveTo>
                  <a:cubicBezTo>
                    <a:pt x="58680" y="1"/>
                    <a:pt x="58482" y="45"/>
                    <a:pt x="58327" y="134"/>
                  </a:cubicBezTo>
                  <a:lnTo>
                    <a:pt x="531" y="33500"/>
                  </a:lnTo>
                  <a:cubicBezTo>
                    <a:pt x="239" y="33669"/>
                    <a:pt x="1" y="34081"/>
                    <a:pt x="1" y="34421"/>
                  </a:cubicBezTo>
                  <a:lnTo>
                    <a:pt x="1" y="85020"/>
                  </a:lnTo>
                  <a:cubicBezTo>
                    <a:pt x="1" y="85360"/>
                    <a:pt x="225" y="85765"/>
                    <a:pt x="501" y="85925"/>
                  </a:cubicBezTo>
                  <a:cubicBezTo>
                    <a:pt x="632" y="86001"/>
                    <a:pt x="805" y="86038"/>
                    <a:pt x="983" y="86038"/>
                  </a:cubicBezTo>
                  <a:cubicBezTo>
                    <a:pt x="1177" y="86038"/>
                    <a:pt x="1376" y="85993"/>
                    <a:pt x="1531" y="85904"/>
                  </a:cubicBezTo>
                  <a:lnTo>
                    <a:pt x="59327" y="52538"/>
                  </a:lnTo>
                  <a:cubicBezTo>
                    <a:pt x="59620" y="52369"/>
                    <a:pt x="59857" y="51957"/>
                    <a:pt x="59857" y="51617"/>
                  </a:cubicBezTo>
                  <a:lnTo>
                    <a:pt x="59857" y="1017"/>
                  </a:lnTo>
                  <a:cubicBezTo>
                    <a:pt x="59857" y="678"/>
                    <a:pt x="59633" y="273"/>
                    <a:pt x="59358" y="113"/>
                  </a:cubicBezTo>
                  <a:cubicBezTo>
                    <a:pt x="59226" y="38"/>
                    <a:pt x="59052" y="1"/>
                    <a:pt x="58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1844275" y="2208350"/>
              <a:ext cx="1492350" cy="861825"/>
            </a:xfrm>
            <a:custGeom>
              <a:rect b="b" l="l" r="r" t="t"/>
              <a:pathLst>
                <a:path extrusionOk="0" h="34473" w="59694">
                  <a:moveTo>
                    <a:pt x="58718" y="1"/>
                  </a:moveTo>
                  <a:cubicBezTo>
                    <a:pt x="58523" y="1"/>
                    <a:pt x="58324" y="46"/>
                    <a:pt x="58170" y="135"/>
                  </a:cubicBezTo>
                  <a:lnTo>
                    <a:pt x="374" y="33501"/>
                  </a:lnTo>
                  <a:cubicBezTo>
                    <a:pt x="228" y="33589"/>
                    <a:pt x="99" y="33732"/>
                    <a:pt x="0" y="33898"/>
                  </a:cubicBezTo>
                  <a:lnTo>
                    <a:pt x="997" y="34473"/>
                  </a:lnTo>
                  <a:cubicBezTo>
                    <a:pt x="1095" y="34306"/>
                    <a:pt x="1228" y="34163"/>
                    <a:pt x="1374" y="34075"/>
                  </a:cubicBezTo>
                  <a:lnTo>
                    <a:pt x="59170" y="709"/>
                  </a:lnTo>
                  <a:cubicBezTo>
                    <a:pt x="59255" y="660"/>
                    <a:pt x="59335" y="637"/>
                    <a:pt x="59406" y="637"/>
                  </a:cubicBezTo>
                  <a:cubicBezTo>
                    <a:pt x="59558" y="637"/>
                    <a:pt x="59668" y="743"/>
                    <a:pt x="59694" y="930"/>
                  </a:cubicBezTo>
                  <a:cubicBezTo>
                    <a:pt x="59664" y="610"/>
                    <a:pt x="59456" y="264"/>
                    <a:pt x="59201" y="114"/>
                  </a:cubicBezTo>
                  <a:cubicBezTo>
                    <a:pt x="59070" y="38"/>
                    <a:pt x="58896" y="1"/>
                    <a:pt x="58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1840350" y="3226275"/>
              <a:ext cx="35725" cy="1133050"/>
            </a:xfrm>
            <a:custGeom>
              <a:rect b="b" l="l" r="r" t="t"/>
              <a:pathLst>
                <a:path extrusionOk="0" h="45322" w="1429">
                  <a:moveTo>
                    <a:pt x="1429" y="45236"/>
                  </a:moveTo>
                  <a:cubicBezTo>
                    <a:pt x="1425" y="45236"/>
                    <a:pt x="1421" y="45238"/>
                    <a:pt x="1417" y="45240"/>
                  </a:cubicBezTo>
                  <a:lnTo>
                    <a:pt x="1417" y="45240"/>
                  </a:lnTo>
                  <a:cubicBezTo>
                    <a:pt x="1421" y="45239"/>
                    <a:pt x="1425" y="45237"/>
                    <a:pt x="1429" y="45236"/>
                  </a:cubicBezTo>
                  <a:close/>
                  <a:moveTo>
                    <a:pt x="1" y="1"/>
                  </a:moveTo>
                  <a:lnTo>
                    <a:pt x="1" y="44307"/>
                  </a:lnTo>
                  <a:cubicBezTo>
                    <a:pt x="1" y="44644"/>
                    <a:pt x="222" y="45049"/>
                    <a:pt x="501" y="45209"/>
                  </a:cubicBezTo>
                  <a:cubicBezTo>
                    <a:pt x="631" y="45284"/>
                    <a:pt x="804" y="45321"/>
                    <a:pt x="979" y="45321"/>
                  </a:cubicBezTo>
                  <a:cubicBezTo>
                    <a:pt x="1024" y="45321"/>
                    <a:pt x="1069" y="45319"/>
                    <a:pt x="1113" y="45314"/>
                  </a:cubicBezTo>
                  <a:cubicBezTo>
                    <a:pt x="1140" y="45311"/>
                    <a:pt x="1170" y="45307"/>
                    <a:pt x="1194" y="45300"/>
                  </a:cubicBezTo>
                  <a:cubicBezTo>
                    <a:pt x="1211" y="45300"/>
                    <a:pt x="1228" y="45297"/>
                    <a:pt x="1242" y="45290"/>
                  </a:cubicBezTo>
                  <a:cubicBezTo>
                    <a:pt x="1269" y="45290"/>
                    <a:pt x="1292" y="45280"/>
                    <a:pt x="1317" y="45273"/>
                  </a:cubicBezTo>
                  <a:cubicBezTo>
                    <a:pt x="1330" y="45273"/>
                    <a:pt x="1344" y="45266"/>
                    <a:pt x="1354" y="45263"/>
                  </a:cubicBezTo>
                  <a:cubicBezTo>
                    <a:pt x="1374" y="45256"/>
                    <a:pt x="1391" y="45253"/>
                    <a:pt x="1408" y="45242"/>
                  </a:cubicBezTo>
                  <a:cubicBezTo>
                    <a:pt x="1411" y="45242"/>
                    <a:pt x="1414" y="45241"/>
                    <a:pt x="1417" y="45240"/>
                  </a:cubicBezTo>
                  <a:lnTo>
                    <a:pt x="1417" y="45240"/>
                  </a:lnTo>
                  <a:cubicBezTo>
                    <a:pt x="1404" y="45244"/>
                    <a:pt x="1391" y="45246"/>
                    <a:pt x="1378" y="45250"/>
                  </a:cubicBezTo>
                  <a:cubicBezTo>
                    <a:pt x="1374" y="45253"/>
                    <a:pt x="1371" y="45253"/>
                    <a:pt x="1364" y="45253"/>
                  </a:cubicBezTo>
                  <a:cubicBezTo>
                    <a:pt x="1341" y="45259"/>
                    <a:pt x="1320" y="45263"/>
                    <a:pt x="1292" y="45263"/>
                  </a:cubicBezTo>
                  <a:cubicBezTo>
                    <a:pt x="1119" y="45263"/>
                    <a:pt x="1000" y="45120"/>
                    <a:pt x="1000" y="44882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1865350" y="2304775"/>
              <a:ext cx="1471450" cy="2053025"/>
            </a:xfrm>
            <a:custGeom>
              <a:rect b="b" l="l" r="r" t="t"/>
              <a:pathLst>
                <a:path extrusionOk="0" h="82121" w="58858">
                  <a:moveTo>
                    <a:pt x="58857" y="0"/>
                  </a:moveTo>
                  <a:lnTo>
                    <a:pt x="16493" y="24458"/>
                  </a:lnTo>
                  <a:cubicBezTo>
                    <a:pt x="16480" y="24466"/>
                    <a:pt x="16467" y="24469"/>
                    <a:pt x="16453" y="24469"/>
                  </a:cubicBezTo>
                  <a:cubicBezTo>
                    <a:pt x="16303" y="24469"/>
                    <a:pt x="16077" y="24074"/>
                    <a:pt x="15853" y="23677"/>
                  </a:cubicBezTo>
                  <a:cubicBezTo>
                    <a:pt x="15627" y="23282"/>
                    <a:pt x="15402" y="22884"/>
                    <a:pt x="15252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1755" y="32969"/>
                    <a:pt x="1462" y="33138"/>
                  </a:cubicBezTo>
                  <a:lnTo>
                    <a:pt x="0" y="33981"/>
                  </a:lnTo>
                  <a:lnTo>
                    <a:pt x="0" y="81742"/>
                  </a:lnTo>
                  <a:cubicBezTo>
                    <a:pt x="0" y="81981"/>
                    <a:pt x="121" y="82121"/>
                    <a:pt x="295" y="82121"/>
                  </a:cubicBezTo>
                  <a:cubicBezTo>
                    <a:pt x="366" y="82121"/>
                    <a:pt x="446" y="82098"/>
                    <a:pt x="531" y="82048"/>
                  </a:cubicBezTo>
                  <a:lnTo>
                    <a:pt x="58327" y="48682"/>
                  </a:lnTo>
                  <a:cubicBezTo>
                    <a:pt x="58620" y="48513"/>
                    <a:pt x="58857" y="48097"/>
                    <a:pt x="58857" y="47761"/>
                  </a:cubicBez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1865350" y="2304775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6" y="24111"/>
                    <a:pt x="16415" y="23901"/>
                  </a:cubicBezTo>
                  <a:lnTo>
                    <a:pt x="15963" y="23079"/>
                  </a:lnTo>
                  <a:cubicBezTo>
                    <a:pt x="15833" y="22864"/>
                    <a:pt x="15700" y="22779"/>
                    <a:pt x="15554" y="22779"/>
                  </a:cubicBezTo>
                  <a:cubicBezTo>
                    <a:pt x="15448" y="22779"/>
                    <a:pt x="15335" y="22823"/>
                    <a:pt x="15211" y="22895"/>
                  </a:cubicBezTo>
                  <a:lnTo>
                    <a:pt x="2526" y="30218"/>
                  </a:lnTo>
                  <a:cubicBezTo>
                    <a:pt x="2230" y="30388"/>
                    <a:pt x="2112" y="30694"/>
                    <a:pt x="1993" y="31139"/>
                  </a:cubicBezTo>
                  <a:lnTo>
                    <a:pt x="1622" y="32428"/>
                  </a:lnTo>
                  <a:cubicBezTo>
                    <a:pt x="1483" y="32921"/>
                    <a:pt x="1384" y="33179"/>
                    <a:pt x="1092" y="33349"/>
                  </a:cubicBezTo>
                  <a:lnTo>
                    <a:pt x="0" y="33981"/>
                  </a:lnTo>
                  <a:lnTo>
                    <a:pt x="0" y="37439"/>
                  </a:lnTo>
                  <a:lnTo>
                    <a:pt x="58857" y="3458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3257725" y="2276050"/>
              <a:ext cx="33450" cy="43200"/>
            </a:xfrm>
            <a:custGeom>
              <a:rect b="b" l="l" r="r" t="t"/>
              <a:pathLst>
                <a:path extrusionOk="0" h="1728" w="1338">
                  <a:moveTo>
                    <a:pt x="967" y="0"/>
                  </a:moveTo>
                  <a:cubicBezTo>
                    <a:pt x="877" y="0"/>
                    <a:pt x="775" y="30"/>
                    <a:pt x="667" y="92"/>
                  </a:cubicBezTo>
                  <a:cubicBezTo>
                    <a:pt x="300" y="303"/>
                    <a:pt x="1" y="823"/>
                    <a:pt x="1" y="1248"/>
                  </a:cubicBezTo>
                  <a:cubicBezTo>
                    <a:pt x="1" y="1552"/>
                    <a:pt x="151" y="1727"/>
                    <a:pt x="370" y="1727"/>
                  </a:cubicBezTo>
                  <a:cubicBezTo>
                    <a:pt x="459" y="1727"/>
                    <a:pt x="560" y="1698"/>
                    <a:pt x="667" y="1635"/>
                  </a:cubicBezTo>
                  <a:cubicBezTo>
                    <a:pt x="1038" y="1422"/>
                    <a:pt x="1337" y="904"/>
                    <a:pt x="1337" y="476"/>
                  </a:cubicBezTo>
                  <a:cubicBezTo>
                    <a:pt x="1337" y="175"/>
                    <a:pt x="1187" y="0"/>
                    <a:pt x="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3197475" y="2310725"/>
              <a:ext cx="33500" cy="43250"/>
            </a:xfrm>
            <a:custGeom>
              <a:rect b="b" l="l" r="r" t="t"/>
              <a:pathLst>
                <a:path extrusionOk="0" h="1730" w="1340">
                  <a:moveTo>
                    <a:pt x="970" y="1"/>
                  </a:moveTo>
                  <a:cubicBezTo>
                    <a:pt x="880" y="1"/>
                    <a:pt x="778" y="30"/>
                    <a:pt x="670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5"/>
                    <a:pt x="151" y="1729"/>
                    <a:pt x="371" y="1729"/>
                  </a:cubicBezTo>
                  <a:cubicBezTo>
                    <a:pt x="461" y="1729"/>
                    <a:pt x="563" y="1700"/>
                    <a:pt x="670" y="1639"/>
                  </a:cubicBezTo>
                  <a:cubicBezTo>
                    <a:pt x="1041" y="1425"/>
                    <a:pt x="1340" y="904"/>
                    <a:pt x="1340" y="480"/>
                  </a:cubicBezTo>
                  <a:cubicBezTo>
                    <a:pt x="1340" y="176"/>
                    <a:pt x="1189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3137200" y="23454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1"/>
                  </a:moveTo>
                  <a:cubicBezTo>
                    <a:pt x="881" y="1"/>
                    <a:pt x="779" y="30"/>
                    <a:pt x="671" y="93"/>
                  </a:cubicBezTo>
                  <a:cubicBezTo>
                    <a:pt x="304" y="303"/>
                    <a:pt x="1" y="824"/>
                    <a:pt x="1" y="1252"/>
                  </a:cubicBezTo>
                  <a:cubicBezTo>
                    <a:pt x="1" y="1553"/>
                    <a:pt x="153" y="1728"/>
                    <a:pt x="372" y="1728"/>
                  </a:cubicBezTo>
                  <a:cubicBezTo>
                    <a:pt x="462" y="1728"/>
                    <a:pt x="564" y="1698"/>
                    <a:pt x="671" y="1636"/>
                  </a:cubicBezTo>
                  <a:cubicBezTo>
                    <a:pt x="1041" y="1422"/>
                    <a:pt x="1341" y="906"/>
                    <a:pt x="1341" y="477"/>
                  </a:cubicBezTo>
                  <a:cubicBezTo>
                    <a:pt x="1341" y="176"/>
                    <a:pt x="1190" y="1"/>
                    <a:pt x="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1899275" y="3153200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3" y="0"/>
                    <a:pt x="496" y="24"/>
                    <a:pt x="476" y="58"/>
                  </a:cubicBezTo>
                  <a:lnTo>
                    <a:pt x="24" y="932"/>
                  </a:lnTo>
                  <a:lnTo>
                    <a:pt x="24" y="935"/>
                  </a:lnTo>
                  <a:cubicBezTo>
                    <a:pt x="17" y="945"/>
                    <a:pt x="13" y="956"/>
                    <a:pt x="10" y="966"/>
                  </a:cubicBezTo>
                  <a:cubicBezTo>
                    <a:pt x="10" y="970"/>
                    <a:pt x="7" y="973"/>
                    <a:pt x="7" y="976"/>
                  </a:cubicBezTo>
                  <a:cubicBezTo>
                    <a:pt x="3" y="993"/>
                    <a:pt x="0" y="1006"/>
                    <a:pt x="0" y="1020"/>
                  </a:cubicBezTo>
                  <a:cubicBezTo>
                    <a:pt x="0" y="1037"/>
                    <a:pt x="3" y="1047"/>
                    <a:pt x="7" y="1061"/>
                  </a:cubicBezTo>
                  <a:lnTo>
                    <a:pt x="10" y="1064"/>
                  </a:lnTo>
                  <a:cubicBezTo>
                    <a:pt x="13" y="1075"/>
                    <a:pt x="17" y="1081"/>
                    <a:pt x="24" y="1085"/>
                  </a:cubicBezTo>
                  <a:lnTo>
                    <a:pt x="476" y="1435"/>
                  </a:lnTo>
                  <a:cubicBezTo>
                    <a:pt x="482" y="1439"/>
                    <a:pt x="490" y="1442"/>
                    <a:pt x="496" y="1442"/>
                  </a:cubicBezTo>
                  <a:cubicBezTo>
                    <a:pt x="506" y="1442"/>
                    <a:pt x="513" y="1439"/>
                    <a:pt x="520" y="1435"/>
                  </a:cubicBezTo>
                  <a:cubicBezTo>
                    <a:pt x="540" y="1425"/>
                    <a:pt x="558" y="1401"/>
                    <a:pt x="571" y="1370"/>
                  </a:cubicBezTo>
                  <a:cubicBezTo>
                    <a:pt x="595" y="1312"/>
                    <a:pt x="592" y="1248"/>
                    <a:pt x="564" y="1227"/>
                  </a:cubicBezTo>
                  <a:lnTo>
                    <a:pt x="248" y="983"/>
                  </a:lnTo>
                  <a:lnTo>
                    <a:pt x="1081" y="500"/>
                  </a:lnTo>
                  <a:cubicBezTo>
                    <a:pt x="1118" y="480"/>
                    <a:pt x="1149" y="415"/>
                    <a:pt x="1149" y="358"/>
                  </a:cubicBezTo>
                  <a:cubicBezTo>
                    <a:pt x="1149" y="313"/>
                    <a:pt x="1132" y="286"/>
                    <a:pt x="1105" y="286"/>
                  </a:cubicBezTo>
                  <a:cubicBezTo>
                    <a:pt x="1098" y="286"/>
                    <a:pt x="1091" y="289"/>
                    <a:pt x="1081" y="292"/>
                  </a:cubicBezTo>
                  <a:lnTo>
                    <a:pt x="248" y="775"/>
                  </a:lnTo>
                  <a:lnTo>
                    <a:pt x="564" y="163"/>
                  </a:lnTo>
                  <a:cubicBezTo>
                    <a:pt x="592" y="109"/>
                    <a:pt x="595" y="44"/>
                    <a:pt x="571" y="14"/>
                  </a:cubicBezTo>
                  <a:cubicBezTo>
                    <a:pt x="564" y="7"/>
                    <a:pt x="554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942100" y="3126950"/>
              <a:ext cx="28675" cy="36050"/>
            </a:xfrm>
            <a:custGeom>
              <a:rect b="b" l="l" r="r" t="t"/>
              <a:pathLst>
                <a:path extrusionOk="0" h="1442" w="1147">
                  <a:moveTo>
                    <a:pt x="649" y="0"/>
                  </a:moveTo>
                  <a:cubicBezTo>
                    <a:pt x="626" y="0"/>
                    <a:pt x="596" y="27"/>
                    <a:pt x="575" y="71"/>
                  </a:cubicBezTo>
                  <a:cubicBezTo>
                    <a:pt x="551" y="129"/>
                    <a:pt x="555" y="194"/>
                    <a:pt x="582" y="214"/>
                  </a:cubicBezTo>
                  <a:lnTo>
                    <a:pt x="902" y="459"/>
                  </a:lnTo>
                  <a:lnTo>
                    <a:pt x="65" y="942"/>
                  </a:lnTo>
                  <a:cubicBezTo>
                    <a:pt x="28" y="962"/>
                    <a:pt x="1" y="1027"/>
                    <a:pt x="1" y="1085"/>
                  </a:cubicBezTo>
                  <a:cubicBezTo>
                    <a:pt x="1" y="1129"/>
                    <a:pt x="17" y="1156"/>
                    <a:pt x="42" y="1156"/>
                  </a:cubicBezTo>
                  <a:cubicBezTo>
                    <a:pt x="48" y="1156"/>
                    <a:pt x="58" y="1152"/>
                    <a:pt x="65" y="1149"/>
                  </a:cubicBezTo>
                  <a:lnTo>
                    <a:pt x="902" y="666"/>
                  </a:lnTo>
                  <a:lnTo>
                    <a:pt x="582" y="1278"/>
                  </a:lnTo>
                  <a:cubicBezTo>
                    <a:pt x="555" y="1333"/>
                    <a:pt x="551" y="1400"/>
                    <a:pt x="575" y="1428"/>
                  </a:cubicBezTo>
                  <a:cubicBezTo>
                    <a:pt x="585" y="1438"/>
                    <a:pt x="592" y="1441"/>
                    <a:pt x="602" y="1441"/>
                  </a:cubicBezTo>
                  <a:cubicBezTo>
                    <a:pt x="609" y="1441"/>
                    <a:pt x="619" y="1438"/>
                    <a:pt x="626" y="1435"/>
                  </a:cubicBezTo>
                  <a:cubicBezTo>
                    <a:pt x="643" y="1424"/>
                    <a:pt x="657" y="1408"/>
                    <a:pt x="670" y="1383"/>
                  </a:cubicBezTo>
                  <a:lnTo>
                    <a:pt x="1123" y="513"/>
                  </a:lnTo>
                  <a:lnTo>
                    <a:pt x="1126" y="510"/>
                  </a:lnTo>
                  <a:cubicBezTo>
                    <a:pt x="1129" y="499"/>
                    <a:pt x="1132" y="490"/>
                    <a:pt x="1136" y="476"/>
                  </a:cubicBezTo>
                  <a:cubicBezTo>
                    <a:pt x="1139" y="473"/>
                    <a:pt x="1139" y="469"/>
                    <a:pt x="1139" y="465"/>
                  </a:cubicBezTo>
                  <a:cubicBezTo>
                    <a:pt x="1143" y="452"/>
                    <a:pt x="1146" y="435"/>
                    <a:pt x="1146" y="421"/>
                  </a:cubicBezTo>
                  <a:cubicBezTo>
                    <a:pt x="1146" y="408"/>
                    <a:pt x="1143" y="394"/>
                    <a:pt x="1139" y="384"/>
                  </a:cubicBezTo>
                  <a:cubicBezTo>
                    <a:pt x="1139" y="380"/>
                    <a:pt x="1139" y="377"/>
                    <a:pt x="1136" y="377"/>
                  </a:cubicBezTo>
                  <a:cubicBezTo>
                    <a:pt x="1132" y="371"/>
                    <a:pt x="1129" y="363"/>
                    <a:pt x="1126" y="357"/>
                  </a:cubicBezTo>
                  <a:lnTo>
                    <a:pt x="1123" y="357"/>
                  </a:lnTo>
                  <a:lnTo>
                    <a:pt x="670" y="10"/>
                  </a:lnTo>
                  <a:cubicBezTo>
                    <a:pt x="663" y="3"/>
                    <a:pt x="657" y="0"/>
                    <a:pt x="649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987650" y="3089525"/>
              <a:ext cx="25875" cy="51625"/>
            </a:xfrm>
            <a:custGeom>
              <a:rect b="b" l="l" r="r" t="t"/>
              <a:pathLst>
                <a:path extrusionOk="0" h="2065" w="1035">
                  <a:moveTo>
                    <a:pt x="956" y="1"/>
                  </a:moveTo>
                  <a:cubicBezTo>
                    <a:pt x="942" y="1"/>
                    <a:pt x="922" y="15"/>
                    <a:pt x="912" y="45"/>
                  </a:cubicBezTo>
                  <a:lnTo>
                    <a:pt x="796" y="324"/>
                  </a:lnTo>
                  <a:lnTo>
                    <a:pt x="765" y="324"/>
                  </a:lnTo>
                  <a:cubicBezTo>
                    <a:pt x="578" y="324"/>
                    <a:pt x="357" y="511"/>
                    <a:pt x="205" y="830"/>
                  </a:cubicBezTo>
                  <a:cubicBezTo>
                    <a:pt x="1" y="1269"/>
                    <a:pt x="1" y="1789"/>
                    <a:pt x="205" y="1987"/>
                  </a:cubicBezTo>
                  <a:cubicBezTo>
                    <a:pt x="263" y="2041"/>
                    <a:pt x="324" y="2064"/>
                    <a:pt x="395" y="2064"/>
                  </a:cubicBezTo>
                  <a:cubicBezTo>
                    <a:pt x="453" y="2064"/>
                    <a:pt x="517" y="2044"/>
                    <a:pt x="582" y="2010"/>
                  </a:cubicBezTo>
                  <a:cubicBezTo>
                    <a:pt x="718" y="1932"/>
                    <a:pt x="854" y="1772"/>
                    <a:pt x="956" y="1554"/>
                  </a:cubicBezTo>
                  <a:cubicBezTo>
                    <a:pt x="983" y="1497"/>
                    <a:pt x="983" y="1432"/>
                    <a:pt x="956" y="1408"/>
                  </a:cubicBezTo>
                  <a:cubicBezTo>
                    <a:pt x="949" y="1402"/>
                    <a:pt x="939" y="1398"/>
                    <a:pt x="933" y="1398"/>
                  </a:cubicBezTo>
                  <a:cubicBezTo>
                    <a:pt x="908" y="1398"/>
                    <a:pt x="881" y="1422"/>
                    <a:pt x="861" y="1463"/>
                  </a:cubicBezTo>
                  <a:cubicBezTo>
                    <a:pt x="749" y="1701"/>
                    <a:pt x="582" y="1844"/>
                    <a:pt x="443" y="1844"/>
                  </a:cubicBezTo>
                  <a:cubicBezTo>
                    <a:pt x="388" y="1844"/>
                    <a:pt x="341" y="1827"/>
                    <a:pt x="300" y="1786"/>
                  </a:cubicBezTo>
                  <a:cubicBezTo>
                    <a:pt x="147" y="1636"/>
                    <a:pt x="147" y="1248"/>
                    <a:pt x="300" y="922"/>
                  </a:cubicBezTo>
                  <a:cubicBezTo>
                    <a:pt x="412" y="691"/>
                    <a:pt x="569" y="551"/>
                    <a:pt x="708" y="545"/>
                  </a:cubicBezTo>
                  <a:lnTo>
                    <a:pt x="708" y="545"/>
                  </a:lnTo>
                  <a:lnTo>
                    <a:pt x="619" y="755"/>
                  </a:lnTo>
                  <a:cubicBezTo>
                    <a:pt x="602" y="799"/>
                    <a:pt x="613" y="844"/>
                    <a:pt x="636" y="844"/>
                  </a:cubicBezTo>
                  <a:cubicBezTo>
                    <a:pt x="643" y="844"/>
                    <a:pt x="647" y="840"/>
                    <a:pt x="654" y="837"/>
                  </a:cubicBezTo>
                  <a:lnTo>
                    <a:pt x="994" y="616"/>
                  </a:lnTo>
                  <a:cubicBezTo>
                    <a:pt x="1017" y="600"/>
                    <a:pt x="1035" y="559"/>
                    <a:pt x="1030" y="521"/>
                  </a:cubicBezTo>
                  <a:lnTo>
                    <a:pt x="983" y="35"/>
                  </a:lnTo>
                  <a:cubicBezTo>
                    <a:pt x="980" y="11"/>
                    <a:pt x="969" y="1"/>
                    <a:pt x="956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2221475" y="2895150"/>
              <a:ext cx="23575" cy="46700"/>
            </a:xfrm>
            <a:custGeom>
              <a:rect b="b" l="l" r="r" t="t"/>
              <a:pathLst>
                <a:path extrusionOk="0" h="1868" w="943">
                  <a:moveTo>
                    <a:pt x="874" y="0"/>
                  </a:moveTo>
                  <a:cubicBezTo>
                    <a:pt x="841" y="0"/>
                    <a:pt x="803" y="31"/>
                    <a:pt x="775" y="89"/>
                  </a:cubicBezTo>
                  <a:lnTo>
                    <a:pt x="469" y="732"/>
                  </a:lnTo>
                  <a:lnTo>
                    <a:pt x="167" y="439"/>
                  </a:lnTo>
                  <a:cubicBezTo>
                    <a:pt x="157" y="432"/>
                    <a:pt x="147" y="426"/>
                    <a:pt x="133" y="426"/>
                  </a:cubicBezTo>
                  <a:cubicBezTo>
                    <a:pt x="102" y="426"/>
                    <a:pt x="61" y="460"/>
                    <a:pt x="38" y="514"/>
                  </a:cubicBezTo>
                  <a:cubicBezTo>
                    <a:pt x="0" y="592"/>
                    <a:pt x="0" y="680"/>
                    <a:pt x="38" y="714"/>
                  </a:cubicBezTo>
                  <a:lnTo>
                    <a:pt x="340" y="1007"/>
                  </a:lnTo>
                  <a:lnTo>
                    <a:pt x="38" y="1653"/>
                  </a:lnTo>
                  <a:cubicBezTo>
                    <a:pt x="0" y="1728"/>
                    <a:pt x="0" y="1819"/>
                    <a:pt x="38" y="1853"/>
                  </a:cubicBezTo>
                  <a:cubicBezTo>
                    <a:pt x="45" y="1863"/>
                    <a:pt x="58" y="1867"/>
                    <a:pt x="69" y="1867"/>
                  </a:cubicBezTo>
                  <a:cubicBezTo>
                    <a:pt x="79" y="1867"/>
                    <a:pt x="92" y="1863"/>
                    <a:pt x="102" y="1857"/>
                  </a:cubicBezTo>
                  <a:cubicBezTo>
                    <a:pt x="127" y="1843"/>
                    <a:pt x="150" y="1816"/>
                    <a:pt x="167" y="1778"/>
                  </a:cubicBezTo>
                  <a:lnTo>
                    <a:pt x="469" y="1133"/>
                  </a:lnTo>
                  <a:lnTo>
                    <a:pt x="775" y="1425"/>
                  </a:lnTo>
                  <a:cubicBezTo>
                    <a:pt x="786" y="1435"/>
                    <a:pt x="796" y="1439"/>
                    <a:pt x="810" y="1439"/>
                  </a:cubicBezTo>
                  <a:cubicBezTo>
                    <a:pt x="820" y="1439"/>
                    <a:pt x="830" y="1439"/>
                    <a:pt x="841" y="1432"/>
                  </a:cubicBezTo>
                  <a:cubicBezTo>
                    <a:pt x="864" y="1419"/>
                    <a:pt x="888" y="1391"/>
                    <a:pt x="905" y="1350"/>
                  </a:cubicBezTo>
                  <a:cubicBezTo>
                    <a:pt x="943" y="1276"/>
                    <a:pt x="943" y="1187"/>
                    <a:pt x="905" y="1149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3" y="137"/>
                    <a:pt x="943" y="48"/>
                    <a:pt x="905" y="14"/>
                  </a:cubicBezTo>
                  <a:cubicBezTo>
                    <a:pt x="894" y="4"/>
                    <a:pt x="885" y="0"/>
                    <a:pt x="87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2039925" y="2368575"/>
              <a:ext cx="1222100" cy="751125"/>
            </a:xfrm>
            <a:custGeom>
              <a:rect b="b" l="l" r="r" t="t"/>
              <a:pathLst>
                <a:path extrusionOk="0" h="30045" w="48884">
                  <a:moveTo>
                    <a:pt x="48587" y="1"/>
                  </a:moveTo>
                  <a:cubicBezTo>
                    <a:pt x="48516" y="1"/>
                    <a:pt x="48435" y="24"/>
                    <a:pt x="48349" y="73"/>
                  </a:cubicBezTo>
                  <a:lnTo>
                    <a:pt x="531" y="27666"/>
                  </a:lnTo>
                  <a:cubicBezTo>
                    <a:pt x="238" y="27836"/>
                    <a:pt x="0" y="28250"/>
                    <a:pt x="0" y="28587"/>
                  </a:cubicBezTo>
                  <a:lnTo>
                    <a:pt x="0" y="29665"/>
                  </a:lnTo>
                  <a:cubicBezTo>
                    <a:pt x="0" y="29906"/>
                    <a:pt x="120" y="30044"/>
                    <a:pt x="293" y="30044"/>
                  </a:cubicBezTo>
                  <a:cubicBezTo>
                    <a:pt x="365" y="30044"/>
                    <a:pt x="445" y="30021"/>
                    <a:pt x="531" y="29971"/>
                  </a:cubicBezTo>
                  <a:lnTo>
                    <a:pt x="48349" y="2378"/>
                  </a:lnTo>
                  <a:cubicBezTo>
                    <a:pt x="48645" y="2208"/>
                    <a:pt x="48883" y="1797"/>
                    <a:pt x="48883" y="1457"/>
                  </a:cubicBezTo>
                  <a:lnTo>
                    <a:pt x="48883" y="379"/>
                  </a:lnTo>
                  <a:cubicBezTo>
                    <a:pt x="48883" y="140"/>
                    <a:pt x="48763" y="1"/>
                    <a:pt x="485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3224325" y="2383975"/>
              <a:ext cx="30625" cy="43900"/>
            </a:xfrm>
            <a:custGeom>
              <a:rect b="b" l="l" r="r" t="t"/>
              <a:pathLst>
                <a:path extrusionOk="0" h="1756" w="1225">
                  <a:moveTo>
                    <a:pt x="633" y="11"/>
                  </a:moveTo>
                  <a:cubicBezTo>
                    <a:pt x="647" y="11"/>
                    <a:pt x="654" y="14"/>
                    <a:pt x="660" y="28"/>
                  </a:cubicBezTo>
                  <a:lnTo>
                    <a:pt x="800" y="324"/>
                  </a:lnTo>
                  <a:cubicBezTo>
                    <a:pt x="807" y="339"/>
                    <a:pt x="820" y="349"/>
                    <a:pt x="835" y="349"/>
                  </a:cubicBezTo>
                  <a:cubicBezTo>
                    <a:pt x="840" y="349"/>
                    <a:pt x="846" y="347"/>
                    <a:pt x="851" y="345"/>
                  </a:cubicBezTo>
                  <a:lnTo>
                    <a:pt x="1164" y="226"/>
                  </a:lnTo>
                  <a:cubicBezTo>
                    <a:pt x="1168" y="223"/>
                    <a:pt x="1173" y="222"/>
                    <a:pt x="1177" y="222"/>
                  </a:cubicBezTo>
                  <a:cubicBezTo>
                    <a:pt x="1184" y="222"/>
                    <a:pt x="1191" y="226"/>
                    <a:pt x="1198" y="232"/>
                  </a:cubicBezTo>
                  <a:cubicBezTo>
                    <a:pt x="1211" y="249"/>
                    <a:pt x="1214" y="290"/>
                    <a:pt x="1190" y="337"/>
                  </a:cubicBezTo>
                  <a:lnTo>
                    <a:pt x="966" y="759"/>
                  </a:lnTo>
                  <a:cubicBezTo>
                    <a:pt x="949" y="789"/>
                    <a:pt x="942" y="820"/>
                    <a:pt x="946" y="844"/>
                  </a:cubicBezTo>
                  <a:lnTo>
                    <a:pt x="1000" y="1228"/>
                  </a:lnTo>
                  <a:cubicBezTo>
                    <a:pt x="1007" y="1269"/>
                    <a:pt x="983" y="1313"/>
                    <a:pt x="960" y="1337"/>
                  </a:cubicBezTo>
                  <a:cubicBezTo>
                    <a:pt x="948" y="1351"/>
                    <a:pt x="937" y="1358"/>
                    <a:pt x="926" y="1358"/>
                  </a:cubicBezTo>
                  <a:cubicBezTo>
                    <a:pt x="923" y="1358"/>
                    <a:pt x="921" y="1358"/>
                    <a:pt x="919" y="1357"/>
                  </a:cubicBezTo>
                  <a:lnTo>
                    <a:pt x="640" y="1324"/>
                  </a:lnTo>
                  <a:cubicBezTo>
                    <a:pt x="619" y="1324"/>
                    <a:pt x="596" y="1334"/>
                    <a:pt x="579" y="1357"/>
                  </a:cubicBezTo>
                  <a:lnTo>
                    <a:pt x="300" y="1715"/>
                  </a:lnTo>
                  <a:cubicBezTo>
                    <a:pt x="284" y="1736"/>
                    <a:pt x="265" y="1747"/>
                    <a:pt x="250" y="1747"/>
                  </a:cubicBezTo>
                  <a:cubicBezTo>
                    <a:pt x="246" y="1747"/>
                    <a:pt x="242" y="1746"/>
                    <a:pt x="239" y="1745"/>
                  </a:cubicBezTo>
                  <a:cubicBezTo>
                    <a:pt x="225" y="1738"/>
                    <a:pt x="215" y="1715"/>
                    <a:pt x="219" y="1684"/>
                  </a:cubicBezTo>
                  <a:lnTo>
                    <a:pt x="273" y="1238"/>
                  </a:lnTo>
                  <a:cubicBezTo>
                    <a:pt x="276" y="1211"/>
                    <a:pt x="269" y="1184"/>
                    <a:pt x="252" y="1174"/>
                  </a:cubicBezTo>
                  <a:lnTo>
                    <a:pt x="28" y="1011"/>
                  </a:lnTo>
                  <a:cubicBezTo>
                    <a:pt x="18" y="1004"/>
                    <a:pt x="11" y="987"/>
                    <a:pt x="11" y="970"/>
                  </a:cubicBezTo>
                  <a:cubicBezTo>
                    <a:pt x="11" y="929"/>
                    <a:pt x="31" y="885"/>
                    <a:pt x="62" y="861"/>
                  </a:cubicBezTo>
                  <a:lnTo>
                    <a:pt x="375" y="620"/>
                  </a:lnTo>
                  <a:cubicBezTo>
                    <a:pt x="395" y="606"/>
                    <a:pt x="412" y="579"/>
                    <a:pt x="423" y="549"/>
                  </a:cubicBezTo>
                  <a:lnTo>
                    <a:pt x="561" y="89"/>
                  </a:lnTo>
                  <a:cubicBezTo>
                    <a:pt x="575" y="42"/>
                    <a:pt x="610" y="11"/>
                    <a:pt x="633" y="11"/>
                  </a:cubicBezTo>
                  <a:close/>
                  <a:moveTo>
                    <a:pt x="636" y="1"/>
                  </a:moveTo>
                  <a:cubicBezTo>
                    <a:pt x="634" y="1"/>
                    <a:pt x="632" y="1"/>
                    <a:pt x="630" y="1"/>
                  </a:cubicBezTo>
                  <a:cubicBezTo>
                    <a:pt x="599" y="1"/>
                    <a:pt x="565" y="39"/>
                    <a:pt x="552" y="86"/>
                  </a:cubicBezTo>
                  <a:lnTo>
                    <a:pt x="412" y="545"/>
                  </a:lnTo>
                  <a:cubicBezTo>
                    <a:pt x="402" y="572"/>
                    <a:pt x="385" y="599"/>
                    <a:pt x="368" y="613"/>
                  </a:cubicBezTo>
                  <a:lnTo>
                    <a:pt x="55" y="855"/>
                  </a:lnTo>
                  <a:cubicBezTo>
                    <a:pt x="18" y="882"/>
                    <a:pt x="1" y="932"/>
                    <a:pt x="1" y="970"/>
                  </a:cubicBezTo>
                  <a:cubicBezTo>
                    <a:pt x="1" y="990"/>
                    <a:pt x="7" y="1011"/>
                    <a:pt x="21" y="1018"/>
                  </a:cubicBezTo>
                  <a:lnTo>
                    <a:pt x="249" y="1181"/>
                  </a:lnTo>
                  <a:cubicBezTo>
                    <a:pt x="259" y="1191"/>
                    <a:pt x="266" y="1211"/>
                    <a:pt x="263" y="1238"/>
                  </a:cubicBezTo>
                  <a:lnTo>
                    <a:pt x="208" y="1684"/>
                  </a:lnTo>
                  <a:cubicBezTo>
                    <a:pt x="205" y="1718"/>
                    <a:pt x="215" y="1745"/>
                    <a:pt x="235" y="1756"/>
                  </a:cubicBezTo>
                  <a:lnTo>
                    <a:pt x="249" y="1756"/>
                  </a:lnTo>
                  <a:cubicBezTo>
                    <a:pt x="269" y="1756"/>
                    <a:pt x="290" y="1745"/>
                    <a:pt x="307" y="1721"/>
                  </a:cubicBezTo>
                  <a:lnTo>
                    <a:pt x="586" y="1365"/>
                  </a:lnTo>
                  <a:cubicBezTo>
                    <a:pt x="602" y="1344"/>
                    <a:pt x="623" y="1334"/>
                    <a:pt x="636" y="1334"/>
                  </a:cubicBezTo>
                  <a:lnTo>
                    <a:pt x="915" y="1368"/>
                  </a:lnTo>
                  <a:cubicBezTo>
                    <a:pt x="918" y="1369"/>
                    <a:pt x="921" y="1369"/>
                    <a:pt x="924" y="1369"/>
                  </a:cubicBezTo>
                  <a:cubicBezTo>
                    <a:pt x="939" y="1369"/>
                    <a:pt x="955" y="1362"/>
                    <a:pt x="966" y="1348"/>
                  </a:cubicBezTo>
                  <a:cubicBezTo>
                    <a:pt x="994" y="1320"/>
                    <a:pt x="1017" y="1273"/>
                    <a:pt x="1010" y="1228"/>
                  </a:cubicBezTo>
                  <a:lnTo>
                    <a:pt x="956" y="844"/>
                  </a:lnTo>
                  <a:cubicBezTo>
                    <a:pt x="953" y="820"/>
                    <a:pt x="960" y="789"/>
                    <a:pt x="973" y="766"/>
                  </a:cubicBezTo>
                  <a:lnTo>
                    <a:pt x="1201" y="341"/>
                  </a:lnTo>
                  <a:cubicBezTo>
                    <a:pt x="1225" y="297"/>
                    <a:pt x="1225" y="249"/>
                    <a:pt x="1204" y="226"/>
                  </a:cubicBezTo>
                  <a:cubicBezTo>
                    <a:pt x="1197" y="216"/>
                    <a:pt x="1188" y="212"/>
                    <a:pt x="1177" y="212"/>
                  </a:cubicBezTo>
                  <a:cubicBezTo>
                    <a:pt x="1171" y="212"/>
                    <a:pt x="1166" y="213"/>
                    <a:pt x="1160" y="215"/>
                  </a:cubicBezTo>
                  <a:lnTo>
                    <a:pt x="847" y="334"/>
                  </a:lnTo>
                  <a:cubicBezTo>
                    <a:pt x="842" y="336"/>
                    <a:pt x="837" y="337"/>
                    <a:pt x="833" y="337"/>
                  </a:cubicBezTo>
                  <a:cubicBezTo>
                    <a:pt x="823" y="337"/>
                    <a:pt x="815" y="332"/>
                    <a:pt x="810" y="320"/>
                  </a:cubicBezTo>
                  <a:lnTo>
                    <a:pt x="667" y="25"/>
                  </a:lnTo>
                  <a:cubicBezTo>
                    <a:pt x="661" y="10"/>
                    <a:pt x="650" y="1"/>
                    <a:pt x="6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272350" y="2336300"/>
              <a:ext cx="47975" cy="30800"/>
            </a:xfrm>
            <a:custGeom>
              <a:rect b="b" l="l" r="r" t="t"/>
              <a:pathLst>
                <a:path extrusionOk="0" h="1232" w="1919">
                  <a:moveTo>
                    <a:pt x="1708" y="1"/>
                  </a:moveTo>
                  <a:cubicBezTo>
                    <a:pt x="1677" y="1"/>
                    <a:pt x="1646" y="8"/>
                    <a:pt x="1615" y="24"/>
                  </a:cubicBezTo>
                  <a:lnTo>
                    <a:pt x="120" y="888"/>
                  </a:lnTo>
                  <a:cubicBezTo>
                    <a:pt x="32" y="939"/>
                    <a:pt x="1" y="1052"/>
                    <a:pt x="52" y="1140"/>
                  </a:cubicBezTo>
                  <a:cubicBezTo>
                    <a:pt x="85" y="1201"/>
                    <a:pt x="147" y="1232"/>
                    <a:pt x="211" y="1232"/>
                  </a:cubicBezTo>
                  <a:cubicBezTo>
                    <a:pt x="242" y="1232"/>
                    <a:pt x="276" y="1224"/>
                    <a:pt x="303" y="1207"/>
                  </a:cubicBezTo>
                  <a:lnTo>
                    <a:pt x="1799" y="344"/>
                  </a:lnTo>
                  <a:cubicBezTo>
                    <a:pt x="1888" y="293"/>
                    <a:pt x="1918" y="181"/>
                    <a:pt x="1867" y="93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3272350" y="2357900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7"/>
                    <a:pt x="1615" y="24"/>
                  </a:cubicBezTo>
                  <a:lnTo>
                    <a:pt x="120" y="891"/>
                  </a:lnTo>
                  <a:cubicBezTo>
                    <a:pt x="32" y="942"/>
                    <a:pt x="1" y="1054"/>
                    <a:pt x="52" y="1143"/>
                  </a:cubicBezTo>
                  <a:cubicBezTo>
                    <a:pt x="85" y="1200"/>
                    <a:pt x="147" y="1234"/>
                    <a:pt x="211" y="1234"/>
                  </a:cubicBezTo>
                  <a:cubicBezTo>
                    <a:pt x="242" y="1234"/>
                    <a:pt x="276" y="1225"/>
                    <a:pt x="303" y="1207"/>
                  </a:cubicBezTo>
                  <a:lnTo>
                    <a:pt x="1799" y="343"/>
                  </a:lnTo>
                  <a:cubicBezTo>
                    <a:pt x="1888" y="293"/>
                    <a:pt x="1918" y="180"/>
                    <a:pt x="1867" y="92"/>
                  </a:cubicBezTo>
                  <a:cubicBezTo>
                    <a:pt x="1833" y="34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3272350" y="2379475"/>
              <a:ext cx="47975" cy="30875"/>
            </a:xfrm>
            <a:custGeom>
              <a:rect b="b" l="l" r="r" t="t"/>
              <a:pathLst>
                <a:path extrusionOk="0" h="1235" w="1919">
                  <a:moveTo>
                    <a:pt x="1708" y="1"/>
                  </a:moveTo>
                  <a:cubicBezTo>
                    <a:pt x="1677" y="1"/>
                    <a:pt x="1646" y="11"/>
                    <a:pt x="1615" y="28"/>
                  </a:cubicBezTo>
                  <a:lnTo>
                    <a:pt x="120" y="892"/>
                  </a:lnTo>
                  <a:cubicBezTo>
                    <a:pt x="32" y="943"/>
                    <a:pt x="1" y="1055"/>
                    <a:pt x="52" y="1143"/>
                  </a:cubicBezTo>
                  <a:cubicBezTo>
                    <a:pt x="85" y="1201"/>
                    <a:pt x="147" y="1235"/>
                    <a:pt x="211" y="1235"/>
                  </a:cubicBezTo>
                  <a:cubicBezTo>
                    <a:pt x="242" y="1235"/>
                    <a:pt x="276" y="1228"/>
                    <a:pt x="303" y="1211"/>
                  </a:cubicBezTo>
                  <a:lnTo>
                    <a:pt x="1799" y="344"/>
                  </a:lnTo>
                  <a:cubicBezTo>
                    <a:pt x="1888" y="296"/>
                    <a:pt x="1918" y="181"/>
                    <a:pt x="1867" y="92"/>
                  </a:cubicBezTo>
                  <a:cubicBezTo>
                    <a:pt x="1833" y="35"/>
                    <a:pt x="1772" y="1"/>
                    <a:pt x="1708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840350" y="3139925"/>
              <a:ext cx="25025" cy="100850"/>
            </a:xfrm>
            <a:custGeom>
              <a:rect b="b" l="l" r="r" t="t"/>
              <a:pathLst>
                <a:path extrusionOk="0" h="4034" w="1001">
                  <a:moveTo>
                    <a:pt x="1" y="1"/>
                  </a:moveTo>
                  <a:lnTo>
                    <a:pt x="1" y="3455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1915150" y="3304200"/>
              <a:ext cx="299300" cy="967500"/>
            </a:xfrm>
            <a:custGeom>
              <a:rect b="b" l="l" r="r" t="t"/>
              <a:pathLst>
                <a:path extrusionOk="0" h="38700" w="11972">
                  <a:moveTo>
                    <a:pt x="11678" y="0"/>
                  </a:moveTo>
                  <a:cubicBezTo>
                    <a:pt x="11606" y="0"/>
                    <a:pt x="11526" y="24"/>
                    <a:pt x="11441" y="73"/>
                  </a:cubicBezTo>
                  <a:lnTo>
                    <a:pt x="531" y="6369"/>
                  </a:lnTo>
                  <a:cubicBezTo>
                    <a:pt x="238" y="6540"/>
                    <a:pt x="1" y="6954"/>
                    <a:pt x="1" y="7291"/>
                  </a:cubicBezTo>
                  <a:lnTo>
                    <a:pt x="1" y="38321"/>
                  </a:lnTo>
                  <a:cubicBezTo>
                    <a:pt x="1" y="38560"/>
                    <a:pt x="121" y="38700"/>
                    <a:pt x="295" y="38700"/>
                  </a:cubicBezTo>
                  <a:cubicBezTo>
                    <a:pt x="366" y="38700"/>
                    <a:pt x="446" y="38676"/>
                    <a:pt x="531" y="38627"/>
                  </a:cubicBezTo>
                  <a:lnTo>
                    <a:pt x="11441" y="32327"/>
                  </a:lnTo>
                  <a:cubicBezTo>
                    <a:pt x="11733" y="32161"/>
                    <a:pt x="11972" y="31745"/>
                    <a:pt x="11972" y="31409"/>
                  </a:cubicBezTo>
                  <a:lnTo>
                    <a:pt x="11972" y="379"/>
                  </a:lnTo>
                  <a:cubicBezTo>
                    <a:pt x="11972" y="140"/>
                    <a:pt x="11852" y="0"/>
                    <a:pt x="11678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1965050" y="3390500"/>
              <a:ext cx="199500" cy="132525"/>
            </a:xfrm>
            <a:custGeom>
              <a:rect b="b" l="l" r="r" t="t"/>
              <a:pathLst>
                <a:path extrusionOk="0" h="5301" w="7980">
                  <a:moveTo>
                    <a:pt x="7697" y="0"/>
                  </a:moveTo>
                  <a:cubicBezTo>
                    <a:pt x="7623" y="0"/>
                    <a:pt x="7539" y="24"/>
                    <a:pt x="7449" y="75"/>
                  </a:cubicBezTo>
                  <a:lnTo>
                    <a:pt x="531" y="4070"/>
                  </a:lnTo>
                  <a:cubicBezTo>
                    <a:pt x="238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1" y="5300"/>
                  </a:cubicBezTo>
                  <a:cubicBezTo>
                    <a:pt x="355" y="5300"/>
                    <a:pt x="441" y="5275"/>
                    <a:pt x="531" y="5222"/>
                  </a:cubicBezTo>
                  <a:lnTo>
                    <a:pt x="7449" y="1228"/>
                  </a:lnTo>
                  <a:cubicBezTo>
                    <a:pt x="7742" y="1058"/>
                    <a:pt x="7980" y="664"/>
                    <a:pt x="7980" y="347"/>
                  </a:cubicBezTo>
                  <a:cubicBezTo>
                    <a:pt x="7980" y="125"/>
                    <a:pt x="7865" y="0"/>
                    <a:pt x="769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1965050" y="3546650"/>
              <a:ext cx="24925" cy="36200"/>
            </a:xfrm>
            <a:custGeom>
              <a:rect b="b" l="l" r="r" t="t"/>
              <a:pathLst>
                <a:path extrusionOk="0" h="1448" w="997">
                  <a:moveTo>
                    <a:pt x="820" y="1"/>
                  </a:moveTo>
                  <a:cubicBezTo>
                    <a:pt x="777" y="1"/>
                    <a:pt x="729" y="15"/>
                    <a:pt x="677" y="44"/>
                  </a:cubicBezTo>
                  <a:lnTo>
                    <a:pt x="320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8" y="1434"/>
                    <a:pt x="320" y="1404"/>
                  </a:cubicBezTo>
                  <a:lnTo>
                    <a:pt x="680" y="1197"/>
                  </a:lnTo>
                  <a:cubicBezTo>
                    <a:pt x="853" y="1095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2014925" y="3448075"/>
              <a:ext cx="149625" cy="103725"/>
            </a:xfrm>
            <a:custGeom>
              <a:rect b="b" l="l" r="r" t="t"/>
              <a:pathLst>
                <a:path extrusionOk="0" h="4149" w="5985">
                  <a:moveTo>
                    <a:pt x="5703" y="1"/>
                  </a:moveTo>
                  <a:cubicBezTo>
                    <a:pt x="5628" y="1"/>
                    <a:pt x="5544" y="25"/>
                    <a:pt x="5454" y="77"/>
                  </a:cubicBezTo>
                  <a:lnTo>
                    <a:pt x="531" y="2919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2" y="4124"/>
                    <a:pt x="531" y="4072"/>
                  </a:cubicBezTo>
                  <a:lnTo>
                    <a:pt x="5454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1965050" y="3604300"/>
              <a:ext cx="24925" cy="36175"/>
            </a:xfrm>
            <a:custGeom>
              <a:rect b="b" l="l" r="r" t="t"/>
              <a:pathLst>
                <a:path extrusionOk="0" h="1447" w="997">
                  <a:moveTo>
                    <a:pt x="819" y="0"/>
                  </a:moveTo>
                  <a:cubicBezTo>
                    <a:pt x="776" y="0"/>
                    <a:pt x="728" y="14"/>
                    <a:pt x="677" y="44"/>
                  </a:cubicBezTo>
                  <a:lnTo>
                    <a:pt x="320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19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8" y="1433"/>
                    <a:pt x="320" y="1403"/>
                  </a:cubicBezTo>
                  <a:lnTo>
                    <a:pt x="680" y="1196"/>
                  </a:lnTo>
                  <a:cubicBezTo>
                    <a:pt x="853" y="1094"/>
                    <a:pt x="996" y="846"/>
                    <a:pt x="996" y="645"/>
                  </a:cubicBezTo>
                  <a:lnTo>
                    <a:pt x="996" y="227"/>
                  </a:lnTo>
                  <a:cubicBezTo>
                    <a:pt x="996" y="84"/>
                    <a:pt x="924" y="0"/>
                    <a:pt x="8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2014925" y="350577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5"/>
                    <a:pt x="5454" y="78"/>
                  </a:cubicBezTo>
                  <a:lnTo>
                    <a:pt x="531" y="2916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4" y="1227"/>
                  </a:lnTo>
                  <a:cubicBezTo>
                    <a:pt x="5747" y="1057"/>
                    <a:pt x="5985" y="663"/>
                    <a:pt x="5985" y="346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1965050" y="3661900"/>
              <a:ext cx="24925" cy="36125"/>
            </a:xfrm>
            <a:custGeom>
              <a:rect b="b" l="l" r="r" t="t"/>
              <a:pathLst>
                <a:path extrusionOk="0" h="1445" w="997">
                  <a:moveTo>
                    <a:pt x="820" y="1"/>
                  </a:moveTo>
                  <a:cubicBezTo>
                    <a:pt x="777" y="1"/>
                    <a:pt x="729" y="15"/>
                    <a:pt x="677" y="45"/>
                  </a:cubicBezTo>
                  <a:lnTo>
                    <a:pt x="320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0"/>
                    <a:pt x="320" y="1401"/>
                  </a:cubicBezTo>
                  <a:lnTo>
                    <a:pt x="680" y="1193"/>
                  </a:lnTo>
                  <a:cubicBezTo>
                    <a:pt x="853" y="1091"/>
                    <a:pt x="996" y="847"/>
                    <a:pt x="996" y="643"/>
                  </a:cubicBezTo>
                  <a:lnTo>
                    <a:pt x="996" y="228"/>
                  </a:lnTo>
                  <a:cubicBezTo>
                    <a:pt x="996" y="84"/>
                    <a:pt x="925" y="1"/>
                    <a:pt x="82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2014925" y="35633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0"/>
                  </a:moveTo>
                  <a:cubicBezTo>
                    <a:pt x="5630" y="0"/>
                    <a:pt x="5545" y="25"/>
                    <a:pt x="5454" y="78"/>
                  </a:cubicBezTo>
                  <a:lnTo>
                    <a:pt x="531" y="2919"/>
                  </a:lnTo>
                  <a:cubicBezTo>
                    <a:pt x="239" y="3087"/>
                    <a:pt x="1" y="3484"/>
                    <a:pt x="1" y="3801"/>
                  </a:cubicBezTo>
                  <a:cubicBezTo>
                    <a:pt x="1" y="4021"/>
                    <a:pt x="115" y="4146"/>
                    <a:pt x="282" y="4146"/>
                  </a:cubicBezTo>
                  <a:cubicBezTo>
                    <a:pt x="356" y="4146"/>
                    <a:pt x="441" y="4122"/>
                    <a:pt x="531" y="4069"/>
                  </a:cubicBezTo>
                  <a:lnTo>
                    <a:pt x="5454" y="1230"/>
                  </a:lnTo>
                  <a:cubicBezTo>
                    <a:pt x="5747" y="1060"/>
                    <a:pt x="5985" y="663"/>
                    <a:pt x="5985" y="346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1965050" y="3719425"/>
              <a:ext cx="24925" cy="36150"/>
            </a:xfrm>
            <a:custGeom>
              <a:rect b="b" l="l" r="r" t="t"/>
              <a:pathLst>
                <a:path extrusionOk="0" h="1446" w="997">
                  <a:moveTo>
                    <a:pt x="817" y="0"/>
                  </a:moveTo>
                  <a:cubicBezTo>
                    <a:pt x="775" y="0"/>
                    <a:pt x="727" y="13"/>
                    <a:pt x="677" y="41"/>
                  </a:cubicBezTo>
                  <a:lnTo>
                    <a:pt x="320" y="253"/>
                  </a:lnTo>
                  <a:cubicBezTo>
                    <a:pt x="143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8" y="1431"/>
                    <a:pt x="320" y="1401"/>
                  </a:cubicBezTo>
                  <a:lnTo>
                    <a:pt x="680" y="1194"/>
                  </a:lnTo>
                  <a:cubicBezTo>
                    <a:pt x="853" y="1092"/>
                    <a:pt x="996" y="847"/>
                    <a:pt x="996" y="643"/>
                  </a:cubicBezTo>
                  <a:lnTo>
                    <a:pt x="996" y="229"/>
                  </a:lnTo>
                  <a:cubicBezTo>
                    <a:pt x="996" y="83"/>
                    <a:pt x="923" y="0"/>
                    <a:pt x="81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2014925" y="3620850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1"/>
                  </a:moveTo>
                  <a:cubicBezTo>
                    <a:pt x="5630" y="1"/>
                    <a:pt x="5545" y="26"/>
                    <a:pt x="5454" y="78"/>
                  </a:cubicBezTo>
                  <a:lnTo>
                    <a:pt x="531" y="2920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4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1963925" y="3707850"/>
              <a:ext cx="199625" cy="132525"/>
            </a:xfrm>
            <a:custGeom>
              <a:rect b="b" l="l" r="r" t="t"/>
              <a:pathLst>
                <a:path extrusionOk="0" h="5301" w="7985">
                  <a:moveTo>
                    <a:pt x="7701" y="1"/>
                  </a:moveTo>
                  <a:cubicBezTo>
                    <a:pt x="7627" y="1"/>
                    <a:pt x="7543" y="25"/>
                    <a:pt x="7454" y="76"/>
                  </a:cubicBezTo>
                  <a:lnTo>
                    <a:pt x="535" y="4071"/>
                  </a:lnTo>
                  <a:cubicBezTo>
                    <a:pt x="242" y="4241"/>
                    <a:pt x="1" y="4635"/>
                    <a:pt x="1" y="4955"/>
                  </a:cubicBezTo>
                  <a:cubicBezTo>
                    <a:pt x="1" y="5176"/>
                    <a:pt x="115" y="5301"/>
                    <a:pt x="283" y="5301"/>
                  </a:cubicBezTo>
                  <a:cubicBezTo>
                    <a:pt x="358" y="5301"/>
                    <a:pt x="444" y="5276"/>
                    <a:pt x="535" y="5224"/>
                  </a:cubicBezTo>
                  <a:lnTo>
                    <a:pt x="7454" y="1229"/>
                  </a:lnTo>
                  <a:cubicBezTo>
                    <a:pt x="7746" y="1059"/>
                    <a:pt x="7984" y="664"/>
                    <a:pt x="7984" y="348"/>
                  </a:cubicBezTo>
                  <a:cubicBezTo>
                    <a:pt x="7984" y="126"/>
                    <a:pt x="7869" y="1"/>
                    <a:pt x="770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1963925" y="3864025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2013825" y="3765450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6" y="0"/>
                  </a:moveTo>
                  <a:cubicBezTo>
                    <a:pt x="5632" y="0"/>
                    <a:pt x="5547" y="25"/>
                    <a:pt x="5458" y="77"/>
                  </a:cubicBezTo>
                  <a:lnTo>
                    <a:pt x="534" y="2920"/>
                  </a:lnTo>
                  <a:cubicBezTo>
                    <a:pt x="239" y="3089"/>
                    <a:pt x="1" y="3484"/>
                    <a:pt x="1" y="3803"/>
                  </a:cubicBezTo>
                  <a:cubicBezTo>
                    <a:pt x="1" y="4023"/>
                    <a:pt x="115" y="4149"/>
                    <a:pt x="284" y="4149"/>
                  </a:cubicBezTo>
                  <a:cubicBezTo>
                    <a:pt x="358" y="4149"/>
                    <a:pt x="444" y="4124"/>
                    <a:pt x="534" y="4072"/>
                  </a:cubicBezTo>
                  <a:lnTo>
                    <a:pt x="5458" y="1230"/>
                  </a:lnTo>
                  <a:cubicBezTo>
                    <a:pt x="5750" y="1060"/>
                    <a:pt x="5988" y="665"/>
                    <a:pt x="5988" y="346"/>
                  </a:cubicBezTo>
                  <a:cubicBezTo>
                    <a:pt x="5988" y="127"/>
                    <a:pt x="5873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1963925" y="3921650"/>
              <a:ext cx="25025" cy="36225"/>
            </a:xfrm>
            <a:custGeom>
              <a:rect b="b" l="l" r="r" t="t"/>
              <a:pathLst>
                <a:path extrusionOk="0" h="1449" w="1001">
                  <a:moveTo>
                    <a:pt x="823" y="1"/>
                  </a:moveTo>
                  <a:cubicBezTo>
                    <a:pt x="780" y="1"/>
                    <a:pt x="732" y="15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8" y="1095"/>
                    <a:pt x="1000" y="850"/>
                    <a:pt x="1000" y="646"/>
                  </a:cubicBezTo>
                  <a:lnTo>
                    <a:pt x="1000" y="228"/>
                  </a:lnTo>
                  <a:cubicBezTo>
                    <a:pt x="1000" y="85"/>
                    <a:pt x="928" y="1"/>
                    <a:pt x="82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2013825" y="3823150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8" y="0"/>
                  </a:moveTo>
                  <a:cubicBezTo>
                    <a:pt x="5633" y="0"/>
                    <a:pt x="5548" y="25"/>
                    <a:pt x="5458" y="78"/>
                  </a:cubicBezTo>
                  <a:lnTo>
                    <a:pt x="534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8" y="1227"/>
                  </a:lnTo>
                  <a:cubicBezTo>
                    <a:pt x="5750" y="1061"/>
                    <a:pt x="5988" y="662"/>
                    <a:pt x="5988" y="347"/>
                  </a:cubicBezTo>
                  <a:cubicBezTo>
                    <a:pt x="5988" y="126"/>
                    <a:pt x="5874" y="0"/>
                    <a:pt x="570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1963925" y="39792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4" y="0"/>
                  </a:moveTo>
                  <a:cubicBezTo>
                    <a:pt x="781" y="0"/>
                    <a:pt x="733" y="14"/>
                    <a:pt x="681" y="44"/>
                  </a:cubicBezTo>
                  <a:lnTo>
                    <a:pt x="321" y="251"/>
                  </a:lnTo>
                  <a:cubicBezTo>
                    <a:pt x="144" y="353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3"/>
                  </a:lnTo>
                  <a:cubicBezTo>
                    <a:pt x="858" y="1091"/>
                    <a:pt x="1000" y="846"/>
                    <a:pt x="1000" y="642"/>
                  </a:cubicBezTo>
                  <a:lnTo>
                    <a:pt x="1000" y="228"/>
                  </a:lnTo>
                  <a:cubicBezTo>
                    <a:pt x="1000" y="83"/>
                    <a:pt x="929" y="0"/>
                    <a:pt x="8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2013825" y="3880675"/>
              <a:ext cx="149725" cy="103725"/>
            </a:xfrm>
            <a:custGeom>
              <a:rect b="b" l="l" r="r" t="t"/>
              <a:pathLst>
                <a:path extrusionOk="0" h="4149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3"/>
                    <a:pt x="115" y="4148"/>
                    <a:pt x="284" y="4148"/>
                  </a:cubicBezTo>
                  <a:cubicBezTo>
                    <a:pt x="359" y="4148"/>
                    <a:pt x="444" y="4124"/>
                    <a:pt x="534" y="4073"/>
                  </a:cubicBezTo>
                  <a:lnTo>
                    <a:pt x="5458" y="1231"/>
                  </a:lnTo>
                  <a:cubicBezTo>
                    <a:pt x="5750" y="1061"/>
                    <a:pt x="5988" y="663"/>
                    <a:pt x="5988" y="347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1963925" y="4036775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1"/>
                  </a:moveTo>
                  <a:cubicBezTo>
                    <a:pt x="780" y="1"/>
                    <a:pt x="732" y="14"/>
                    <a:pt x="681" y="43"/>
                  </a:cubicBezTo>
                  <a:lnTo>
                    <a:pt x="321" y="253"/>
                  </a:lnTo>
                  <a:cubicBezTo>
                    <a:pt x="144" y="352"/>
                    <a:pt x="1" y="600"/>
                    <a:pt x="1" y="804"/>
                  </a:cubicBezTo>
                  <a:lnTo>
                    <a:pt x="1" y="1219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2"/>
                    <a:pt x="321" y="1402"/>
                  </a:cubicBezTo>
                  <a:lnTo>
                    <a:pt x="681" y="1195"/>
                  </a:lnTo>
                  <a:cubicBezTo>
                    <a:pt x="858" y="1093"/>
                    <a:pt x="1000" y="848"/>
                    <a:pt x="1000" y="644"/>
                  </a:cubicBezTo>
                  <a:lnTo>
                    <a:pt x="1000" y="230"/>
                  </a:lnTo>
                  <a:cubicBezTo>
                    <a:pt x="1000" y="84"/>
                    <a:pt x="928" y="1"/>
                    <a:pt x="82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2013825" y="3938225"/>
              <a:ext cx="149725" cy="103675"/>
            </a:xfrm>
            <a:custGeom>
              <a:rect b="b" l="l" r="r" t="t"/>
              <a:pathLst>
                <a:path extrusionOk="0" h="4147" w="5989">
                  <a:moveTo>
                    <a:pt x="5707" y="1"/>
                  </a:moveTo>
                  <a:cubicBezTo>
                    <a:pt x="5633" y="1"/>
                    <a:pt x="5548" y="26"/>
                    <a:pt x="5458" y="78"/>
                  </a:cubicBezTo>
                  <a:lnTo>
                    <a:pt x="534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3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8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2862925" y="2972975"/>
              <a:ext cx="374150" cy="249225"/>
            </a:xfrm>
            <a:custGeom>
              <a:rect b="b" l="l" r="r" t="t"/>
              <a:pathLst>
                <a:path extrusionOk="0" h="9969" w="14966">
                  <a:moveTo>
                    <a:pt x="14669" y="1"/>
                  </a:moveTo>
                  <a:cubicBezTo>
                    <a:pt x="14598" y="1"/>
                    <a:pt x="14518" y="24"/>
                    <a:pt x="14433" y="73"/>
                  </a:cubicBezTo>
                  <a:lnTo>
                    <a:pt x="531" y="8100"/>
                  </a:lnTo>
                  <a:cubicBezTo>
                    <a:pt x="239" y="8270"/>
                    <a:pt x="1" y="8681"/>
                    <a:pt x="1" y="9021"/>
                  </a:cubicBezTo>
                  <a:lnTo>
                    <a:pt x="1" y="9589"/>
                  </a:lnTo>
                  <a:cubicBezTo>
                    <a:pt x="1" y="9830"/>
                    <a:pt x="120" y="9968"/>
                    <a:pt x="294" y="9968"/>
                  </a:cubicBezTo>
                  <a:cubicBezTo>
                    <a:pt x="365" y="9968"/>
                    <a:pt x="446" y="9945"/>
                    <a:pt x="531" y="9895"/>
                  </a:cubicBezTo>
                  <a:lnTo>
                    <a:pt x="14433" y="1804"/>
                  </a:lnTo>
                  <a:cubicBezTo>
                    <a:pt x="14729" y="1634"/>
                    <a:pt x="14964" y="1219"/>
                    <a:pt x="14964" y="882"/>
                  </a:cubicBezTo>
                  <a:lnTo>
                    <a:pt x="14964" y="382"/>
                  </a:lnTo>
                  <a:cubicBezTo>
                    <a:pt x="14966" y="141"/>
                    <a:pt x="14844" y="1"/>
                    <a:pt x="146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2862925" y="303047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8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7"/>
                  </a:lnTo>
                  <a:cubicBezTo>
                    <a:pt x="239" y="9424"/>
                    <a:pt x="1" y="9822"/>
                    <a:pt x="1" y="10138"/>
                  </a:cubicBezTo>
                  <a:cubicBezTo>
                    <a:pt x="1" y="10359"/>
                    <a:pt x="115" y="10484"/>
                    <a:pt x="282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1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6"/>
                    <a:pt x="16845" y="1"/>
                    <a:pt x="1667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2862925" y="3088050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7" y="0"/>
                  </a:moveTo>
                  <a:cubicBezTo>
                    <a:pt x="16603" y="0"/>
                    <a:pt x="16518" y="25"/>
                    <a:pt x="16429" y="77"/>
                  </a:cubicBezTo>
                  <a:lnTo>
                    <a:pt x="531" y="9256"/>
                  </a:lnTo>
                  <a:cubicBezTo>
                    <a:pt x="239" y="9426"/>
                    <a:pt x="1" y="9821"/>
                    <a:pt x="1" y="10137"/>
                  </a:cubicBezTo>
                  <a:cubicBezTo>
                    <a:pt x="1" y="10359"/>
                    <a:pt x="116" y="10484"/>
                    <a:pt x="284" y="10484"/>
                  </a:cubicBezTo>
                  <a:cubicBezTo>
                    <a:pt x="358" y="10484"/>
                    <a:pt x="442" y="10460"/>
                    <a:pt x="531" y="10409"/>
                  </a:cubicBezTo>
                  <a:lnTo>
                    <a:pt x="16429" y="1230"/>
                  </a:lnTo>
                  <a:cubicBezTo>
                    <a:pt x="16721" y="1059"/>
                    <a:pt x="16959" y="665"/>
                    <a:pt x="16959" y="345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2862925" y="3145625"/>
              <a:ext cx="424000" cy="262125"/>
            </a:xfrm>
            <a:custGeom>
              <a:rect b="b" l="l" r="r" t="t"/>
              <a:pathLst>
                <a:path extrusionOk="0" h="10485" w="16960">
                  <a:moveTo>
                    <a:pt x="16676" y="1"/>
                  </a:moveTo>
                  <a:cubicBezTo>
                    <a:pt x="16602" y="1"/>
                    <a:pt x="16518" y="25"/>
                    <a:pt x="16429" y="76"/>
                  </a:cubicBezTo>
                  <a:lnTo>
                    <a:pt x="531" y="9255"/>
                  </a:lnTo>
                  <a:cubicBezTo>
                    <a:pt x="239" y="9425"/>
                    <a:pt x="1" y="9820"/>
                    <a:pt x="1" y="10139"/>
                  </a:cubicBezTo>
                  <a:cubicBezTo>
                    <a:pt x="1" y="10358"/>
                    <a:pt x="115" y="10484"/>
                    <a:pt x="283" y="10484"/>
                  </a:cubicBezTo>
                  <a:cubicBezTo>
                    <a:pt x="357" y="10484"/>
                    <a:pt x="441" y="10460"/>
                    <a:pt x="531" y="10407"/>
                  </a:cubicBezTo>
                  <a:lnTo>
                    <a:pt x="16429" y="1228"/>
                  </a:lnTo>
                  <a:cubicBezTo>
                    <a:pt x="16721" y="1058"/>
                    <a:pt x="16959" y="664"/>
                    <a:pt x="16959" y="347"/>
                  </a:cubicBezTo>
                  <a:cubicBezTo>
                    <a:pt x="16959" y="126"/>
                    <a:pt x="16844" y="1"/>
                    <a:pt x="166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2862925" y="32032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0"/>
                  </a:moveTo>
                  <a:cubicBezTo>
                    <a:pt x="16604" y="0"/>
                    <a:pt x="16519" y="25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9"/>
                    <a:pt x="114" y="10484"/>
                    <a:pt x="281" y="10484"/>
                  </a:cubicBezTo>
                  <a:cubicBezTo>
                    <a:pt x="356" y="10484"/>
                    <a:pt x="441" y="10459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3"/>
                    <a:pt x="16959" y="346"/>
                  </a:cubicBezTo>
                  <a:cubicBezTo>
                    <a:pt x="16959" y="125"/>
                    <a:pt x="16846" y="0"/>
                    <a:pt x="1667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2862925" y="32607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3"/>
                    <a:pt x="1" y="9821"/>
                    <a:pt x="1" y="10137"/>
                  </a:cubicBezTo>
                  <a:cubicBezTo>
                    <a:pt x="1" y="10358"/>
                    <a:pt x="114" y="10483"/>
                    <a:pt x="281" y="10483"/>
                  </a:cubicBezTo>
                  <a:cubicBezTo>
                    <a:pt x="356" y="10483"/>
                    <a:pt x="441" y="10458"/>
                    <a:pt x="531" y="10406"/>
                  </a:cubicBezTo>
                  <a:lnTo>
                    <a:pt x="16429" y="1230"/>
                  </a:lnTo>
                  <a:cubicBezTo>
                    <a:pt x="16721" y="1060"/>
                    <a:pt x="16959" y="666"/>
                    <a:pt x="16959" y="346"/>
                  </a:cubicBezTo>
                  <a:cubicBezTo>
                    <a:pt x="16959" y="127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2862925" y="3318300"/>
              <a:ext cx="424000" cy="262150"/>
            </a:xfrm>
            <a:custGeom>
              <a:rect b="b" l="l" r="r" t="t"/>
              <a:pathLst>
                <a:path extrusionOk="0" h="10486" w="16960">
                  <a:moveTo>
                    <a:pt x="16677" y="0"/>
                  </a:moveTo>
                  <a:cubicBezTo>
                    <a:pt x="16603" y="0"/>
                    <a:pt x="16519" y="25"/>
                    <a:pt x="16429" y="77"/>
                  </a:cubicBezTo>
                  <a:lnTo>
                    <a:pt x="531" y="9257"/>
                  </a:lnTo>
                  <a:cubicBezTo>
                    <a:pt x="239" y="9426"/>
                    <a:pt x="1" y="9821"/>
                    <a:pt x="1" y="10140"/>
                  </a:cubicBezTo>
                  <a:cubicBezTo>
                    <a:pt x="1" y="10359"/>
                    <a:pt x="115" y="10485"/>
                    <a:pt x="283" y="10485"/>
                  </a:cubicBezTo>
                  <a:cubicBezTo>
                    <a:pt x="357" y="10485"/>
                    <a:pt x="441" y="10461"/>
                    <a:pt x="531" y="10409"/>
                  </a:cubicBezTo>
                  <a:lnTo>
                    <a:pt x="16429" y="1229"/>
                  </a:lnTo>
                  <a:cubicBezTo>
                    <a:pt x="16721" y="1060"/>
                    <a:pt x="16959" y="665"/>
                    <a:pt x="16959" y="346"/>
                  </a:cubicBezTo>
                  <a:cubicBezTo>
                    <a:pt x="16959" y="126"/>
                    <a:pt x="16845" y="0"/>
                    <a:pt x="1667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2862925" y="337590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9" y="1"/>
                  </a:moveTo>
                  <a:cubicBezTo>
                    <a:pt x="16604" y="1"/>
                    <a:pt x="16519" y="26"/>
                    <a:pt x="16429" y="78"/>
                  </a:cubicBezTo>
                  <a:lnTo>
                    <a:pt x="531" y="9254"/>
                  </a:lnTo>
                  <a:cubicBezTo>
                    <a:pt x="239" y="9424"/>
                    <a:pt x="1" y="9818"/>
                    <a:pt x="1" y="10138"/>
                  </a:cubicBezTo>
                  <a:cubicBezTo>
                    <a:pt x="1" y="10357"/>
                    <a:pt x="115" y="10483"/>
                    <a:pt x="283" y="10483"/>
                  </a:cubicBezTo>
                  <a:cubicBezTo>
                    <a:pt x="357" y="10483"/>
                    <a:pt x="441" y="10459"/>
                    <a:pt x="531" y="10407"/>
                  </a:cubicBezTo>
                  <a:lnTo>
                    <a:pt x="16429" y="1227"/>
                  </a:lnTo>
                  <a:cubicBezTo>
                    <a:pt x="16721" y="1061"/>
                    <a:pt x="16959" y="663"/>
                    <a:pt x="16959" y="347"/>
                  </a:cubicBezTo>
                  <a:cubicBezTo>
                    <a:pt x="16959" y="126"/>
                    <a:pt x="16846" y="1"/>
                    <a:pt x="1667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2862925" y="3433450"/>
              <a:ext cx="424000" cy="262100"/>
            </a:xfrm>
            <a:custGeom>
              <a:rect b="b" l="l" r="r" t="t"/>
              <a:pathLst>
                <a:path extrusionOk="0" h="10484" w="16960">
                  <a:moveTo>
                    <a:pt x="16678" y="0"/>
                  </a:moveTo>
                  <a:cubicBezTo>
                    <a:pt x="16604" y="0"/>
                    <a:pt x="16519" y="25"/>
                    <a:pt x="16429" y="77"/>
                  </a:cubicBezTo>
                  <a:lnTo>
                    <a:pt x="531" y="9254"/>
                  </a:lnTo>
                  <a:cubicBezTo>
                    <a:pt x="239" y="9424"/>
                    <a:pt x="1" y="9821"/>
                    <a:pt x="1" y="10138"/>
                  </a:cubicBezTo>
                  <a:cubicBezTo>
                    <a:pt x="1" y="10359"/>
                    <a:pt x="115" y="10484"/>
                    <a:pt x="281" y="10484"/>
                  </a:cubicBezTo>
                  <a:cubicBezTo>
                    <a:pt x="356" y="10484"/>
                    <a:pt x="441" y="10459"/>
                    <a:pt x="531" y="10407"/>
                  </a:cubicBezTo>
                  <a:lnTo>
                    <a:pt x="16429" y="1230"/>
                  </a:lnTo>
                  <a:cubicBezTo>
                    <a:pt x="16721" y="1061"/>
                    <a:pt x="16959" y="662"/>
                    <a:pt x="16959" y="347"/>
                  </a:cubicBezTo>
                  <a:cubicBezTo>
                    <a:pt x="16959" y="125"/>
                    <a:pt x="16845" y="0"/>
                    <a:pt x="166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2264300" y="3217800"/>
              <a:ext cx="548750" cy="852300"/>
            </a:xfrm>
            <a:custGeom>
              <a:rect b="b" l="l" r="r" t="t"/>
              <a:pathLst>
                <a:path extrusionOk="0" h="34092" w="21950">
                  <a:moveTo>
                    <a:pt x="21655" y="0"/>
                  </a:moveTo>
                  <a:cubicBezTo>
                    <a:pt x="21584" y="0"/>
                    <a:pt x="21504" y="23"/>
                    <a:pt x="21419" y="71"/>
                  </a:cubicBezTo>
                  <a:lnTo>
                    <a:pt x="535" y="12130"/>
                  </a:lnTo>
                  <a:cubicBezTo>
                    <a:pt x="239" y="12301"/>
                    <a:pt x="1" y="12712"/>
                    <a:pt x="1" y="13052"/>
                  </a:cubicBezTo>
                  <a:lnTo>
                    <a:pt x="1" y="33712"/>
                  </a:lnTo>
                  <a:cubicBezTo>
                    <a:pt x="1" y="33953"/>
                    <a:pt x="120" y="34092"/>
                    <a:pt x="295" y="34092"/>
                  </a:cubicBezTo>
                  <a:cubicBezTo>
                    <a:pt x="367" y="34092"/>
                    <a:pt x="449" y="34068"/>
                    <a:pt x="535" y="34018"/>
                  </a:cubicBezTo>
                  <a:lnTo>
                    <a:pt x="21419" y="21959"/>
                  </a:lnTo>
                  <a:cubicBezTo>
                    <a:pt x="21712" y="21793"/>
                    <a:pt x="21950" y="21378"/>
                    <a:pt x="21950" y="21041"/>
                  </a:cubicBezTo>
                  <a:lnTo>
                    <a:pt x="21950" y="381"/>
                  </a:lnTo>
                  <a:cubicBezTo>
                    <a:pt x="21950" y="139"/>
                    <a:pt x="21830" y="0"/>
                    <a:pt x="21655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2264300" y="3512650"/>
              <a:ext cx="548750" cy="557450"/>
            </a:xfrm>
            <a:custGeom>
              <a:rect b="b" l="l" r="r" t="t"/>
              <a:pathLst>
                <a:path extrusionOk="0" h="22298" w="21950">
                  <a:moveTo>
                    <a:pt x="16123" y="0"/>
                  </a:moveTo>
                  <a:lnTo>
                    <a:pt x="12635" y="6174"/>
                  </a:lnTo>
                  <a:lnTo>
                    <a:pt x="15086" y="9353"/>
                  </a:lnTo>
                  <a:lnTo>
                    <a:pt x="6984" y="2373"/>
                  </a:lnTo>
                  <a:lnTo>
                    <a:pt x="1" y="17492"/>
                  </a:lnTo>
                  <a:lnTo>
                    <a:pt x="1" y="21918"/>
                  </a:lnTo>
                  <a:cubicBezTo>
                    <a:pt x="1" y="22159"/>
                    <a:pt x="120" y="22298"/>
                    <a:pt x="295" y="22298"/>
                  </a:cubicBezTo>
                  <a:cubicBezTo>
                    <a:pt x="367" y="22298"/>
                    <a:pt x="449" y="22274"/>
                    <a:pt x="535" y="22224"/>
                  </a:cubicBezTo>
                  <a:lnTo>
                    <a:pt x="21419" y="10165"/>
                  </a:lnTo>
                  <a:cubicBezTo>
                    <a:pt x="21712" y="9999"/>
                    <a:pt x="21950" y="9584"/>
                    <a:pt x="21950" y="9247"/>
                  </a:cubicBezTo>
                  <a:lnTo>
                    <a:pt x="21950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2649000" y="3348350"/>
              <a:ext cx="78650" cy="101575"/>
            </a:xfrm>
            <a:custGeom>
              <a:rect b="b" l="l" r="r" t="t"/>
              <a:pathLst>
                <a:path extrusionOk="0" h="4063" w="3146">
                  <a:moveTo>
                    <a:pt x="2275" y="0"/>
                  </a:moveTo>
                  <a:cubicBezTo>
                    <a:pt x="2064" y="0"/>
                    <a:pt x="1826" y="69"/>
                    <a:pt x="1575" y="214"/>
                  </a:cubicBezTo>
                  <a:cubicBezTo>
                    <a:pt x="704" y="718"/>
                    <a:pt x="1" y="1938"/>
                    <a:pt x="1" y="2941"/>
                  </a:cubicBezTo>
                  <a:cubicBezTo>
                    <a:pt x="1" y="3652"/>
                    <a:pt x="355" y="4063"/>
                    <a:pt x="871" y="4063"/>
                  </a:cubicBezTo>
                  <a:cubicBezTo>
                    <a:pt x="1083" y="4063"/>
                    <a:pt x="1322" y="3994"/>
                    <a:pt x="1575" y="3849"/>
                  </a:cubicBezTo>
                  <a:cubicBezTo>
                    <a:pt x="2441" y="3346"/>
                    <a:pt x="3145" y="2125"/>
                    <a:pt x="3145" y="1122"/>
                  </a:cubicBezTo>
                  <a:cubicBezTo>
                    <a:pt x="3145" y="411"/>
                    <a:pt x="2791" y="0"/>
                    <a:pt x="227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1915150" y="2483400"/>
              <a:ext cx="1371775" cy="953100"/>
            </a:xfrm>
            <a:custGeom>
              <a:rect b="b" l="l" r="r" t="t"/>
              <a:pathLst>
                <a:path extrusionOk="0" h="38124" w="54871">
                  <a:moveTo>
                    <a:pt x="54577" y="0"/>
                  </a:moveTo>
                  <a:cubicBezTo>
                    <a:pt x="54506" y="0"/>
                    <a:pt x="54425" y="24"/>
                    <a:pt x="54340" y="73"/>
                  </a:cubicBezTo>
                  <a:lnTo>
                    <a:pt x="531" y="31140"/>
                  </a:lnTo>
                  <a:cubicBezTo>
                    <a:pt x="238" y="31307"/>
                    <a:pt x="1" y="31722"/>
                    <a:pt x="1" y="32058"/>
                  </a:cubicBezTo>
                  <a:lnTo>
                    <a:pt x="1" y="37743"/>
                  </a:lnTo>
                  <a:cubicBezTo>
                    <a:pt x="1" y="37985"/>
                    <a:pt x="121" y="38123"/>
                    <a:pt x="295" y="38123"/>
                  </a:cubicBezTo>
                  <a:cubicBezTo>
                    <a:pt x="366" y="38123"/>
                    <a:pt x="447" y="38101"/>
                    <a:pt x="531" y="38052"/>
                  </a:cubicBezTo>
                  <a:lnTo>
                    <a:pt x="54340" y="6985"/>
                  </a:lnTo>
                  <a:cubicBezTo>
                    <a:pt x="54632" y="6815"/>
                    <a:pt x="54870" y="6404"/>
                    <a:pt x="54870" y="6064"/>
                  </a:cubicBezTo>
                  <a:lnTo>
                    <a:pt x="54870" y="379"/>
                  </a:lnTo>
                  <a:cubicBezTo>
                    <a:pt x="54870" y="139"/>
                    <a:pt x="54751" y="0"/>
                    <a:pt x="5457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2788050" y="2599950"/>
              <a:ext cx="399150" cy="270100"/>
            </a:xfrm>
            <a:custGeom>
              <a:rect b="b" l="l" r="r" t="t"/>
              <a:pathLst>
                <a:path extrusionOk="0" h="10804" w="15966">
                  <a:moveTo>
                    <a:pt x="15966" y="1"/>
                  </a:moveTo>
                  <a:lnTo>
                    <a:pt x="320" y="9031"/>
                  </a:lnTo>
                  <a:cubicBezTo>
                    <a:pt x="147" y="9133"/>
                    <a:pt x="0" y="9381"/>
                    <a:pt x="0" y="9585"/>
                  </a:cubicBezTo>
                  <a:lnTo>
                    <a:pt x="4" y="10575"/>
                  </a:lnTo>
                  <a:cubicBezTo>
                    <a:pt x="4" y="10720"/>
                    <a:pt x="77" y="10803"/>
                    <a:pt x="181" y="10803"/>
                  </a:cubicBezTo>
                  <a:cubicBezTo>
                    <a:pt x="223" y="10803"/>
                    <a:pt x="270" y="10790"/>
                    <a:pt x="320" y="10762"/>
                  </a:cubicBezTo>
                  <a:lnTo>
                    <a:pt x="15966" y="1728"/>
                  </a:lnTo>
                  <a:lnTo>
                    <a:pt x="1596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3187175" y="2574650"/>
              <a:ext cx="49850" cy="68525"/>
            </a:xfrm>
            <a:custGeom>
              <a:rect b="b" l="l" r="r" t="t"/>
              <a:pathLst>
                <a:path extrusionOk="0" h="2741" w="1994">
                  <a:moveTo>
                    <a:pt x="1818" y="0"/>
                  </a:moveTo>
                  <a:cubicBezTo>
                    <a:pt x="1776" y="0"/>
                    <a:pt x="1728" y="14"/>
                    <a:pt x="1677" y="44"/>
                  </a:cubicBezTo>
                  <a:lnTo>
                    <a:pt x="1" y="1013"/>
                  </a:lnTo>
                  <a:lnTo>
                    <a:pt x="1" y="2740"/>
                  </a:lnTo>
                  <a:lnTo>
                    <a:pt x="1677" y="1771"/>
                  </a:lnTo>
                  <a:cubicBezTo>
                    <a:pt x="1851" y="1673"/>
                    <a:pt x="1994" y="1424"/>
                    <a:pt x="1994" y="1220"/>
                  </a:cubicBezTo>
                  <a:lnTo>
                    <a:pt x="1994" y="228"/>
                  </a:lnTo>
                  <a:cubicBezTo>
                    <a:pt x="1994" y="83"/>
                    <a:pt x="1922" y="0"/>
                    <a:pt x="181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3201625" y="2591475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6" y="153"/>
                  </a:cubicBezTo>
                  <a:cubicBezTo>
                    <a:pt x="640" y="187"/>
                    <a:pt x="678" y="296"/>
                    <a:pt x="678" y="432"/>
                  </a:cubicBezTo>
                  <a:cubicBezTo>
                    <a:pt x="678" y="694"/>
                    <a:pt x="538" y="993"/>
                    <a:pt x="375" y="1088"/>
                  </a:cubicBezTo>
                  <a:cubicBezTo>
                    <a:pt x="343" y="1106"/>
                    <a:pt x="314" y="1115"/>
                    <a:pt x="289" y="1115"/>
                  </a:cubicBezTo>
                  <a:cubicBezTo>
                    <a:pt x="271" y="1115"/>
                    <a:pt x="254" y="1110"/>
                    <a:pt x="239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1"/>
                    <a:pt x="443" y="167"/>
                  </a:cubicBezTo>
                  <a:cubicBezTo>
                    <a:pt x="474" y="150"/>
                    <a:pt x="501" y="139"/>
                    <a:pt x="528" y="139"/>
                  </a:cubicBezTo>
                  <a:close/>
                  <a:moveTo>
                    <a:pt x="528" y="0"/>
                  </a:moveTo>
                  <a:cubicBezTo>
                    <a:pt x="478" y="0"/>
                    <a:pt x="427" y="15"/>
                    <a:pt x="375" y="44"/>
                  </a:cubicBezTo>
                  <a:cubicBezTo>
                    <a:pt x="164" y="167"/>
                    <a:pt x="1" y="506"/>
                    <a:pt x="1" y="823"/>
                  </a:cubicBezTo>
                  <a:cubicBezTo>
                    <a:pt x="1" y="1013"/>
                    <a:pt x="62" y="1159"/>
                    <a:pt x="171" y="1224"/>
                  </a:cubicBezTo>
                  <a:cubicBezTo>
                    <a:pt x="209" y="1245"/>
                    <a:pt x="250" y="1254"/>
                    <a:pt x="290" y="1254"/>
                  </a:cubicBezTo>
                  <a:cubicBezTo>
                    <a:pt x="338" y="1254"/>
                    <a:pt x="392" y="1237"/>
                    <a:pt x="443" y="1210"/>
                  </a:cubicBezTo>
                  <a:cubicBezTo>
                    <a:pt x="569" y="1135"/>
                    <a:pt x="678" y="983"/>
                    <a:pt x="746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4" y="867"/>
                    <a:pt x="1011" y="846"/>
                    <a:pt x="1021" y="816"/>
                  </a:cubicBezTo>
                  <a:cubicBezTo>
                    <a:pt x="1031" y="782"/>
                    <a:pt x="1011" y="741"/>
                    <a:pt x="973" y="731"/>
                  </a:cubicBezTo>
                  <a:lnTo>
                    <a:pt x="786" y="673"/>
                  </a:lnTo>
                  <a:cubicBezTo>
                    <a:pt x="807" y="592"/>
                    <a:pt x="817" y="510"/>
                    <a:pt x="817" y="432"/>
                  </a:cubicBezTo>
                  <a:cubicBezTo>
                    <a:pt x="817" y="241"/>
                    <a:pt x="755" y="95"/>
                    <a:pt x="647" y="31"/>
                  </a:cubicBezTo>
                  <a:cubicBezTo>
                    <a:pt x="610" y="10"/>
                    <a:pt x="569" y="0"/>
                    <a:pt x="52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2264300" y="2685000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2" y="0"/>
                  </a:moveTo>
                  <a:cubicBezTo>
                    <a:pt x="40540" y="0"/>
                    <a:pt x="40459" y="24"/>
                    <a:pt x="40374" y="74"/>
                  </a:cubicBezTo>
                  <a:lnTo>
                    <a:pt x="535" y="23076"/>
                  </a:lnTo>
                  <a:cubicBezTo>
                    <a:pt x="239" y="23243"/>
                    <a:pt x="1" y="23658"/>
                    <a:pt x="1" y="23994"/>
                  </a:cubicBezTo>
                  <a:lnTo>
                    <a:pt x="1" y="30831"/>
                  </a:lnTo>
                  <a:cubicBezTo>
                    <a:pt x="1" y="31072"/>
                    <a:pt x="120" y="31211"/>
                    <a:pt x="295" y="31211"/>
                  </a:cubicBezTo>
                  <a:cubicBezTo>
                    <a:pt x="367" y="31211"/>
                    <a:pt x="449" y="31187"/>
                    <a:pt x="535" y="31137"/>
                  </a:cubicBezTo>
                  <a:lnTo>
                    <a:pt x="40374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0"/>
                    <a:pt x="4061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1884050" y="4134750"/>
              <a:ext cx="268700" cy="324250"/>
            </a:xfrm>
            <a:custGeom>
              <a:rect b="b" l="l" r="r" t="t"/>
              <a:pathLst>
                <a:path extrusionOk="0" h="12970" w="10748">
                  <a:moveTo>
                    <a:pt x="2682" y="1"/>
                  </a:moveTo>
                  <a:cubicBezTo>
                    <a:pt x="2320" y="1"/>
                    <a:pt x="1975" y="59"/>
                    <a:pt x="1656" y="183"/>
                  </a:cubicBezTo>
                  <a:cubicBezTo>
                    <a:pt x="1" y="825"/>
                    <a:pt x="276" y="3019"/>
                    <a:pt x="2373" y="4392"/>
                  </a:cubicBezTo>
                  <a:cubicBezTo>
                    <a:pt x="4468" y="5765"/>
                    <a:pt x="7606" y="7469"/>
                    <a:pt x="8606" y="9954"/>
                  </a:cubicBezTo>
                  <a:lnTo>
                    <a:pt x="10614" y="12970"/>
                  </a:lnTo>
                  <a:lnTo>
                    <a:pt x="10747" y="9488"/>
                  </a:lnTo>
                  <a:cubicBezTo>
                    <a:pt x="10682" y="7935"/>
                    <a:pt x="9422" y="4762"/>
                    <a:pt x="7724" y="2811"/>
                  </a:cubicBezTo>
                  <a:cubicBezTo>
                    <a:pt x="6333" y="1210"/>
                    <a:pt x="4335" y="1"/>
                    <a:pt x="2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1944225" y="4161250"/>
              <a:ext cx="216850" cy="263750"/>
            </a:xfrm>
            <a:custGeom>
              <a:rect b="b" l="l" r="r" t="t"/>
              <a:pathLst>
                <a:path extrusionOk="0" h="10550" w="8674">
                  <a:moveTo>
                    <a:pt x="127" y="1"/>
                  </a:moveTo>
                  <a:cubicBezTo>
                    <a:pt x="79" y="1"/>
                    <a:pt x="35" y="32"/>
                    <a:pt x="21" y="79"/>
                  </a:cubicBezTo>
                  <a:cubicBezTo>
                    <a:pt x="1" y="140"/>
                    <a:pt x="34" y="204"/>
                    <a:pt x="92" y="221"/>
                  </a:cubicBezTo>
                  <a:cubicBezTo>
                    <a:pt x="2703" y="1068"/>
                    <a:pt x="7174" y="5202"/>
                    <a:pt x="8438" y="10462"/>
                  </a:cubicBezTo>
                  <a:cubicBezTo>
                    <a:pt x="8449" y="10512"/>
                    <a:pt x="8493" y="10546"/>
                    <a:pt x="8544" y="10550"/>
                  </a:cubicBezTo>
                  <a:cubicBezTo>
                    <a:pt x="8554" y="10550"/>
                    <a:pt x="8565" y="10550"/>
                    <a:pt x="8575" y="10546"/>
                  </a:cubicBezTo>
                  <a:cubicBezTo>
                    <a:pt x="8636" y="10533"/>
                    <a:pt x="8673" y="10471"/>
                    <a:pt x="8659" y="10410"/>
                  </a:cubicBezTo>
                  <a:cubicBezTo>
                    <a:pt x="7378" y="5069"/>
                    <a:pt x="2822" y="867"/>
                    <a:pt x="164" y="7"/>
                  </a:cubicBezTo>
                  <a:cubicBezTo>
                    <a:pt x="152" y="3"/>
                    <a:pt x="139" y="1"/>
                    <a:pt x="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1919750" y="4301025"/>
              <a:ext cx="229250" cy="209725"/>
            </a:xfrm>
            <a:custGeom>
              <a:rect b="b" l="l" r="r" t="t"/>
              <a:pathLst>
                <a:path extrusionOk="0" h="8389" w="9170">
                  <a:moveTo>
                    <a:pt x="2566" y="1"/>
                  </a:moveTo>
                  <a:cubicBezTo>
                    <a:pt x="830" y="1"/>
                    <a:pt x="1" y="1136"/>
                    <a:pt x="677" y="2266"/>
                  </a:cubicBezTo>
                  <a:cubicBezTo>
                    <a:pt x="1278" y="3266"/>
                    <a:pt x="3720" y="3772"/>
                    <a:pt x="5684" y="5009"/>
                  </a:cubicBezTo>
                  <a:cubicBezTo>
                    <a:pt x="7459" y="6128"/>
                    <a:pt x="8588" y="7526"/>
                    <a:pt x="8874" y="8389"/>
                  </a:cubicBezTo>
                  <a:lnTo>
                    <a:pt x="9169" y="6713"/>
                  </a:lnTo>
                  <a:cubicBezTo>
                    <a:pt x="8449" y="2708"/>
                    <a:pt x="4889" y="175"/>
                    <a:pt x="2917" y="16"/>
                  </a:cubicBezTo>
                  <a:cubicBezTo>
                    <a:pt x="2797" y="6"/>
                    <a:pt x="2679" y="1"/>
                    <a:pt x="25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1970675" y="4328225"/>
              <a:ext cx="182825" cy="159200"/>
            </a:xfrm>
            <a:custGeom>
              <a:rect b="b" l="l" r="r" t="t"/>
              <a:pathLst>
                <a:path extrusionOk="0" h="6368" w="7313">
                  <a:moveTo>
                    <a:pt x="117" y="1"/>
                  </a:moveTo>
                  <a:cubicBezTo>
                    <a:pt x="58" y="1"/>
                    <a:pt x="13" y="46"/>
                    <a:pt x="7" y="103"/>
                  </a:cubicBezTo>
                  <a:cubicBezTo>
                    <a:pt x="0" y="168"/>
                    <a:pt x="47" y="223"/>
                    <a:pt x="109" y="229"/>
                  </a:cubicBezTo>
                  <a:cubicBezTo>
                    <a:pt x="1723" y="369"/>
                    <a:pt x="5259" y="1820"/>
                    <a:pt x="7078" y="6295"/>
                  </a:cubicBezTo>
                  <a:cubicBezTo>
                    <a:pt x="7095" y="6339"/>
                    <a:pt x="7136" y="6366"/>
                    <a:pt x="7176" y="6366"/>
                  </a:cubicBezTo>
                  <a:cubicBezTo>
                    <a:pt x="7181" y="6367"/>
                    <a:pt x="7186" y="6367"/>
                    <a:pt x="7190" y="6367"/>
                  </a:cubicBezTo>
                  <a:cubicBezTo>
                    <a:pt x="7202" y="6367"/>
                    <a:pt x="7214" y="6364"/>
                    <a:pt x="7224" y="6359"/>
                  </a:cubicBezTo>
                  <a:cubicBezTo>
                    <a:pt x="7282" y="6336"/>
                    <a:pt x="7313" y="6267"/>
                    <a:pt x="7289" y="6210"/>
                  </a:cubicBezTo>
                  <a:cubicBezTo>
                    <a:pt x="5433" y="1641"/>
                    <a:pt x="1913" y="158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3603475" y="3262250"/>
              <a:ext cx="265950" cy="244125"/>
            </a:xfrm>
            <a:custGeom>
              <a:rect b="b" l="l" r="r" t="t"/>
              <a:pathLst>
                <a:path extrusionOk="0" h="9765" w="10638">
                  <a:moveTo>
                    <a:pt x="7506" y="1"/>
                  </a:moveTo>
                  <a:cubicBezTo>
                    <a:pt x="7429" y="1"/>
                    <a:pt x="7352" y="4"/>
                    <a:pt x="7273" y="10"/>
                  </a:cubicBezTo>
                  <a:cubicBezTo>
                    <a:pt x="5363" y="160"/>
                    <a:pt x="3319" y="1609"/>
                    <a:pt x="1830" y="3934"/>
                  </a:cubicBezTo>
                  <a:cubicBezTo>
                    <a:pt x="341" y="6256"/>
                    <a:pt x="1" y="9248"/>
                    <a:pt x="1" y="9248"/>
                  </a:cubicBezTo>
                  <a:lnTo>
                    <a:pt x="1341" y="9765"/>
                  </a:lnTo>
                  <a:cubicBezTo>
                    <a:pt x="3010" y="5257"/>
                    <a:pt x="6638" y="4025"/>
                    <a:pt x="8681" y="2819"/>
                  </a:cubicBezTo>
                  <a:cubicBezTo>
                    <a:pt x="10637" y="1664"/>
                    <a:pt x="9301" y="1"/>
                    <a:pt x="7506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636050" y="3262250"/>
              <a:ext cx="208600" cy="244125"/>
            </a:xfrm>
            <a:custGeom>
              <a:rect b="b" l="l" r="r" t="t"/>
              <a:pathLst>
                <a:path extrusionOk="0" h="9765" w="8344">
                  <a:moveTo>
                    <a:pt x="6198" y="0"/>
                  </a:moveTo>
                  <a:cubicBezTo>
                    <a:pt x="6123" y="0"/>
                    <a:pt x="6046" y="4"/>
                    <a:pt x="5970" y="10"/>
                  </a:cubicBezTo>
                  <a:cubicBezTo>
                    <a:pt x="4060" y="160"/>
                    <a:pt x="2016" y="1609"/>
                    <a:pt x="527" y="3934"/>
                  </a:cubicBezTo>
                  <a:cubicBezTo>
                    <a:pt x="334" y="4237"/>
                    <a:pt x="157" y="4549"/>
                    <a:pt x="0" y="4869"/>
                  </a:cubicBezTo>
                  <a:lnTo>
                    <a:pt x="0" y="9751"/>
                  </a:lnTo>
                  <a:lnTo>
                    <a:pt x="38" y="9765"/>
                  </a:lnTo>
                  <a:cubicBezTo>
                    <a:pt x="1707" y="5257"/>
                    <a:pt x="5335" y="4025"/>
                    <a:pt x="7378" y="2819"/>
                  </a:cubicBezTo>
                  <a:cubicBezTo>
                    <a:pt x="8061" y="2414"/>
                    <a:pt x="8343" y="1948"/>
                    <a:pt x="8343" y="1513"/>
                  </a:cubicBezTo>
                  <a:cubicBezTo>
                    <a:pt x="8343" y="704"/>
                    <a:pt x="7367" y="0"/>
                    <a:pt x="6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3615050" y="3284600"/>
              <a:ext cx="193725" cy="189450"/>
            </a:xfrm>
            <a:custGeom>
              <a:rect b="b" l="l" r="r" t="t"/>
              <a:pathLst>
                <a:path extrusionOk="0" h="7578" w="7749">
                  <a:moveTo>
                    <a:pt x="7639" y="1"/>
                  </a:moveTo>
                  <a:cubicBezTo>
                    <a:pt x="7631" y="1"/>
                    <a:pt x="7624" y="2"/>
                    <a:pt x="7616" y="4"/>
                  </a:cubicBezTo>
                  <a:cubicBezTo>
                    <a:pt x="5869" y="409"/>
                    <a:pt x="2034" y="2479"/>
                    <a:pt x="21" y="7436"/>
                  </a:cubicBezTo>
                  <a:cubicBezTo>
                    <a:pt x="1" y="7490"/>
                    <a:pt x="24" y="7548"/>
                    <a:pt x="79" y="7569"/>
                  </a:cubicBezTo>
                  <a:cubicBezTo>
                    <a:pt x="85" y="7572"/>
                    <a:pt x="93" y="7575"/>
                    <a:pt x="99" y="7575"/>
                  </a:cubicBezTo>
                  <a:cubicBezTo>
                    <a:pt x="106" y="7577"/>
                    <a:pt x="112" y="7577"/>
                    <a:pt x="118" y="7577"/>
                  </a:cubicBezTo>
                  <a:cubicBezTo>
                    <a:pt x="156" y="7577"/>
                    <a:pt x="194" y="7552"/>
                    <a:pt x="211" y="7514"/>
                  </a:cubicBezTo>
                  <a:cubicBezTo>
                    <a:pt x="2194" y="2632"/>
                    <a:pt x="5950" y="599"/>
                    <a:pt x="7661" y="205"/>
                  </a:cubicBezTo>
                  <a:cubicBezTo>
                    <a:pt x="7715" y="191"/>
                    <a:pt x="7749" y="136"/>
                    <a:pt x="7738" y="82"/>
                  </a:cubicBezTo>
                  <a:cubicBezTo>
                    <a:pt x="7727" y="35"/>
                    <a:pt x="7685" y="1"/>
                    <a:pt x="7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3619475" y="3411250"/>
              <a:ext cx="256775" cy="254500"/>
            </a:xfrm>
            <a:custGeom>
              <a:rect b="b" l="l" r="r" t="t"/>
              <a:pathLst>
                <a:path extrusionOk="0" h="10180" w="10271">
                  <a:moveTo>
                    <a:pt x="3467" y="1"/>
                  </a:moveTo>
                  <a:cubicBezTo>
                    <a:pt x="3432" y="1"/>
                    <a:pt x="3398" y="2"/>
                    <a:pt x="3363" y="3"/>
                  </a:cubicBezTo>
                  <a:cubicBezTo>
                    <a:pt x="2639" y="38"/>
                    <a:pt x="1959" y="517"/>
                    <a:pt x="1677" y="1180"/>
                  </a:cubicBezTo>
                  <a:cubicBezTo>
                    <a:pt x="1581" y="1408"/>
                    <a:pt x="1531" y="1646"/>
                    <a:pt x="1432" y="1870"/>
                  </a:cubicBezTo>
                  <a:cubicBezTo>
                    <a:pt x="1190" y="2431"/>
                    <a:pt x="544" y="2445"/>
                    <a:pt x="286" y="3016"/>
                  </a:cubicBezTo>
                  <a:cubicBezTo>
                    <a:pt x="51" y="3540"/>
                    <a:pt x="120" y="4141"/>
                    <a:pt x="112" y="4695"/>
                  </a:cubicBezTo>
                  <a:cubicBezTo>
                    <a:pt x="109" y="5545"/>
                    <a:pt x="116" y="6399"/>
                    <a:pt x="140" y="7248"/>
                  </a:cubicBezTo>
                  <a:cubicBezTo>
                    <a:pt x="150" y="7711"/>
                    <a:pt x="164" y="8170"/>
                    <a:pt x="181" y="8635"/>
                  </a:cubicBezTo>
                  <a:lnTo>
                    <a:pt x="181" y="8707"/>
                  </a:lnTo>
                  <a:cubicBezTo>
                    <a:pt x="174" y="9104"/>
                    <a:pt x="1" y="9506"/>
                    <a:pt x="106" y="9894"/>
                  </a:cubicBezTo>
                  <a:cubicBezTo>
                    <a:pt x="109" y="9900"/>
                    <a:pt x="112" y="9904"/>
                    <a:pt x="116" y="9911"/>
                  </a:cubicBezTo>
                  <a:cubicBezTo>
                    <a:pt x="136" y="9938"/>
                    <a:pt x="184" y="9992"/>
                    <a:pt x="222" y="10033"/>
                  </a:cubicBezTo>
                  <a:cubicBezTo>
                    <a:pt x="222" y="10036"/>
                    <a:pt x="225" y="10040"/>
                    <a:pt x="225" y="10040"/>
                  </a:cubicBezTo>
                  <a:cubicBezTo>
                    <a:pt x="242" y="10053"/>
                    <a:pt x="263" y="10063"/>
                    <a:pt x="283" y="10074"/>
                  </a:cubicBezTo>
                  <a:cubicBezTo>
                    <a:pt x="425" y="10154"/>
                    <a:pt x="630" y="10179"/>
                    <a:pt x="831" y="10179"/>
                  </a:cubicBezTo>
                  <a:cubicBezTo>
                    <a:pt x="1011" y="10179"/>
                    <a:pt x="1187" y="10159"/>
                    <a:pt x="1313" y="10142"/>
                  </a:cubicBezTo>
                  <a:cubicBezTo>
                    <a:pt x="2111" y="10033"/>
                    <a:pt x="2874" y="9584"/>
                    <a:pt x="3305" y="8894"/>
                  </a:cubicBezTo>
                  <a:cubicBezTo>
                    <a:pt x="3662" y="8316"/>
                    <a:pt x="3845" y="7571"/>
                    <a:pt x="4437" y="7238"/>
                  </a:cubicBezTo>
                  <a:cubicBezTo>
                    <a:pt x="4665" y="7110"/>
                    <a:pt x="4918" y="7068"/>
                    <a:pt x="5175" y="7068"/>
                  </a:cubicBezTo>
                  <a:cubicBezTo>
                    <a:pt x="5340" y="7068"/>
                    <a:pt x="5507" y="7085"/>
                    <a:pt x="5668" y="7109"/>
                  </a:cubicBezTo>
                  <a:cubicBezTo>
                    <a:pt x="5807" y="7126"/>
                    <a:pt x="5946" y="7136"/>
                    <a:pt x="6093" y="7140"/>
                  </a:cubicBezTo>
                  <a:cubicBezTo>
                    <a:pt x="6392" y="7116"/>
                    <a:pt x="6691" y="7116"/>
                    <a:pt x="6987" y="7061"/>
                  </a:cubicBezTo>
                  <a:cubicBezTo>
                    <a:pt x="7341" y="6997"/>
                    <a:pt x="7701" y="6837"/>
                    <a:pt x="7895" y="6534"/>
                  </a:cubicBezTo>
                  <a:cubicBezTo>
                    <a:pt x="8357" y="5810"/>
                    <a:pt x="7650" y="4764"/>
                    <a:pt x="8082" y="4019"/>
                  </a:cubicBezTo>
                  <a:cubicBezTo>
                    <a:pt x="8296" y="3651"/>
                    <a:pt x="8728" y="3478"/>
                    <a:pt x="9122" y="3322"/>
                  </a:cubicBezTo>
                  <a:cubicBezTo>
                    <a:pt x="9516" y="3162"/>
                    <a:pt x="9941" y="2958"/>
                    <a:pt x="10115" y="2567"/>
                  </a:cubicBezTo>
                  <a:cubicBezTo>
                    <a:pt x="10271" y="2214"/>
                    <a:pt x="10166" y="1792"/>
                    <a:pt x="9952" y="1469"/>
                  </a:cubicBezTo>
                  <a:cubicBezTo>
                    <a:pt x="9541" y="847"/>
                    <a:pt x="8778" y="559"/>
                    <a:pt x="8021" y="559"/>
                  </a:cubicBezTo>
                  <a:cubicBezTo>
                    <a:pt x="7839" y="559"/>
                    <a:pt x="7656" y="576"/>
                    <a:pt x="7480" y="609"/>
                  </a:cubicBezTo>
                  <a:cubicBezTo>
                    <a:pt x="7191" y="663"/>
                    <a:pt x="6908" y="752"/>
                    <a:pt x="6616" y="772"/>
                  </a:cubicBezTo>
                  <a:cubicBezTo>
                    <a:pt x="6566" y="776"/>
                    <a:pt x="6517" y="778"/>
                    <a:pt x="6467" y="778"/>
                  </a:cubicBezTo>
                  <a:cubicBezTo>
                    <a:pt x="5439" y="778"/>
                    <a:pt x="4498" y="1"/>
                    <a:pt x="34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617600" y="3447000"/>
              <a:ext cx="230875" cy="167350"/>
            </a:xfrm>
            <a:custGeom>
              <a:rect b="b" l="l" r="r" t="t"/>
              <a:pathLst>
                <a:path extrusionOk="0" h="6694" w="9235">
                  <a:moveTo>
                    <a:pt x="8891" y="0"/>
                  </a:moveTo>
                  <a:cubicBezTo>
                    <a:pt x="7100" y="0"/>
                    <a:pt x="1490" y="1040"/>
                    <a:pt x="14" y="6573"/>
                  </a:cubicBezTo>
                  <a:cubicBezTo>
                    <a:pt x="1" y="6624"/>
                    <a:pt x="32" y="6675"/>
                    <a:pt x="82" y="6689"/>
                  </a:cubicBezTo>
                  <a:cubicBezTo>
                    <a:pt x="85" y="6692"/>
                    <a:pt x="85" y="6692"/>
                    <a:pt x="89" y="6692"/>
                  </a:cubicBezTo>
                  <a:cubicBezTo>
                    <a:pt x="94" y="6693"/>
                    <a:pt x="99" y="6693"/>
                    <a:pt x="104" y="6693"/>
                  </a:cubicBezTo>
                  <a:cubicBezTo>
                    <a:pt x="147" y="6693"/>
                    <a:pt x="189" y="6666"/>
                    <a:pt x="198" y="6621"/>
                  </a:cubicBezTo>
                  <a:cubicBezTo>
                    <a:pt x="1642" y="1203"/>
                    <a:pt x="7137" y="191"/>
                    <a:pt x="8886" y="191"/>
                  </a:cubicBezTo>
                  <a:cubicBezTo>
                    <a:pt x="8978" y="191"/>
                    <a:pt x="9059" y="194"/>
                    <a:pt x="9129" y="199"/>
                  </a:cubicBezTo>
                  <a:cubicBezTo>
                    <a:pt x="9131" y="199"/>
                    <a:pt x="9133" y="199"/>
                    <a:pt x="9135" y="199"/>
                  </a:cubicBezTo>
                  <a:cubicBezTo>
                    <a:pt x="9187" y="199"/>
                    <a:pt x="9227" y="159"/>
                    <a:pt x="9231" y="111"/>
                  </a:cubicBezTo>
                  <a:cubicBezTo>
                    <a:pt x="9235" y="56"/>
                    <a:pt x="9197" y="12"/>
                    <a:pt x="9142" y="9"/>
                  </a:cubicBezTo>
                  <a:cubicBezTo>
                    <a:pt x="9070" y="3"/>
                    <a:pt x="8986" y="0"/>
                    <a:pt x="88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3681700" y="3504025"/>
              <a:ext cx="111775" cy="36475"/>
            </a:xfrm>
            <a:custGeom>
              <a:rect b="b" l="l" r="r" t="t"/>
              <a:pathLst>
                <a:path extrusionOk="0" h="1459" w="4471">
                  <a:moveTo>
                    <a:pt x="934" y="1"/>
                  </a:moveTo>
                  <a:cubicBezTo>
                    <a:pt x="666" y="1"/>
                    <a:pt x="385" y="20"/>
                    <a:pt x="92" y="63"/>
                  </a:cubicBezTo>
                  <a:cubicBezTo>
                    <a:pt x="38" y="73"/>
                    <a:pt x="0" y="121"/>
                    <a:pt x="10" y="171"/>
                  </a:cubicBezTo>
                  <a:cubicBezTo>
                    <a:pt x="17" y="221"/>
                    <a:pt x="57" y="254"/>
                    <a:pt x="105" y="254"/>
                  </a:cubicBezTo>
                  <a:cubicBezTo>
                    <a:pt x="110" y="254"/>
                    <a:pt x="114" y="254"/>
                    <a:pt x="119" y="253"/>
                  </a:cubicBezTo>
                  <a:cubicBezTo>
                    <a:pt x="404" y="211"/>
                    <a:pt x="677" y="193"/>
                    <a:pt x="936" y="193"/>
                  </a:cubicBezTo>
                  <a:cubicBezTo>
                    <a:pt x="3041" y="193"/>
                    <a:pt x="4283" y="1417"/>
                    <a:pt x="4297" y="1430"/>
                  </a:cubicBezTo>
                  <a:cubicBezTo>
                    <a:pt x="4311" y="1447"/>
                    <a:pt x="4328" y="1453"/>
                    <a:pt x="4348" y="1457"/>
                  </a:cubicBezTo>
                  <a:cubicBezTo>
                    <a:pt x="4354" y="1458"/>
                    <a:pt x="4360" y="1459"/>
                    <a:pt x="4367" y="1459"/>
                  </a:cubicBezTo>
                  <a:cubicBezTo>
                    <a:pt x="4390" y="1459"/>
                    <a:pt x="4415" y="1449"/>
                    <a:pt x="4433" y="1433"/>
                  </a:cubicBezTo>
                  <a:cubicBezTo>
                    <a:pt x="4471" y="1395"/>
                    <a:pt x="4471" y="1334"/>
                    <a:pt x="4433" y="1297"/>
                  </a:cubicBezTo>
                  <a:cubicBezTo>
                    <a:pt x="4418" y="1282"/>
                    <a:pt x="3123" y="1"/>
                    <a:pt x="9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2139625" y="2381275"/>
              <a:ext cx="1496450" cy="2150950"/>
            </a:xfrm>
            <a:custGeom>
              <a:rect b="b" l="l" r="r" t="t"/>
              <a:pathLst>
                <a:path extrusionOk="0" h="86038" w="59858">
                  <a:moveTo>
                    <a:pt x="58870" y="1"/>
                  </a:moveTo>
                  <a:cubicBezTo>
                    <a:pt x="58676" y="1"/>
                    <a:pt x="58479" y="45"/>
                    <a:pt x="58327" y="133"/>
                  </a:cubicBezTo>
                  <a:lnTo>
                    <a:pt x="531" y="33499"/>
                  </a:lnTo>
                  <a:cubicBezTo>
                    <a:pt x="239" y="33669"/>
                    <a:pt x="1" y="34080"/>
                    <a:pt x="1" y="34420"/>
                  </a:cubicBezTo>
                  <a:lnTo>
                    <a:pt x="1" y="85022"/>
                  </a:lnTo>
                  <a:cubicBezTo>
                    <a:pt x="1" y="85359"/>
                    <a:pt x="225" y="85764"/>
                    <a:pt x="500" y="85924"/>
                  </a:cubicBezTo>
                  <a:cubicBezTo>
                    <a:pt x="632" y="86000"/>
                    <a:pt x="805" y="86037"/>
                    <a:pt x="982" y="86037"/>
                  </a:cubicBezTo>
                  <a:cubicBezTo>
                    <a:pt x="1176" y="86037"/>
                    <a:pt x="1376" y="85992"/>
                    <a:pt x="1530" y="85904"/>
                  </a:cubicBezTo>
                  <a:lnTo>
                    <a:pt x="59327" y="52538"/>
                  </a:lnTo>
                  <a:cubicBezTo>
                    <a:pt x="59620" y="52368"/>
                    <a:pt x="59857" y="51956"/>
                    <a:pt x="59857" y="51616"/>
                  </a:cubicBezTo>
                  <a:lnTo>
                    <a:pt x="59857" y="1017"/>
                  </a:lnTo>
                  <a:cubicBezTo>
                    <a:pt x="59857" y="677"/>
                    <a:pt x="59633" y="272"/>
                    <a:pt x="59358" y="116"/>
                  </a:cubicBezTo>
                  <a:cubicBezTo>
                    <a:pt x="59225" y="39"/>
                    <a:pt x="59049" y="1"/>
                    <a:pt x="58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611475" y="2381250"/>
              <a:ext cx="9125" cy="1475"/>
            </a:xfrm>
            <a:custGeom>
              <a:rect b="b" l="l" r="r" t="t"/>
              <a:pathLst>
                <a:path extrusionOk="0" h="59" w="365">
                  <a:moveTo>
                    <a:pt x="1" y="1"/>
                  </a:moveTo>
                  <a:cubicBezTo>
                    <a:pt x="126" y="1"/>
                    <a:pt x="256" y="21"/>
                    <a:pt x="365" y="59"/>
                  </a:cubicBezTo>
                  <a:cubicBezTo>
                    <a:pt x="256" y="21"/>
                    <a:pt x="13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2143550" y="2381250"/>
              <a:ext cx="1492350" cy="861875"/>
            </a:xfrm>
            <a:custGeom>
              <a:rect b="b" l="l" r="r" t="t"/>
              <a:pathLst>
                <a:path extrusionOk="0" h="34475" w="59694">
                  <a:moveTo>
                    <a:pt x="58683" y="1"/>
                  </a:moveTo>
                  <a:cubicBezTo>
                    <a:pt x="58500" y="8"/>
                    <a:pt x="58316" y="52"/>
                    <a:pt x="58170" y="134"/>
                  </a:cubicBezTo>
                  <a:lnTo>
                    <a:pt x="374" y="33503"/>
                  </a:lnTo>
                  <a:cubicBezTo>
                    <a:pt x="228" y="33588"/>
                    <a:pt x="98" y="33731"/>
                    <a:pt x="0" y="33897"/>
                  </a:cubicBezTo>
                  <a:lnTo>
                    <a:pt x="996" y="34475"/>
                  </a:lnTo>
                  <a:cubicBezTo>
                    <a:pt x="1003" y="34465"/>
                    <a:pt x="1010" y="34451"/>
                    <a:pt x="1016" y="34442"/>
                  </a:cubicBezTo>
                  <a:cubicBezTo>
                    <a:pt x="1108" y="34288"/>
                    <a:pt x="1234" y="34156"/>
                    <a:pt x="1373" y="34078"/>
                  </a:cubicBezTo>
                  <a:lnTo>
                    <a:pt x="59170" y="708"/>
                  </a:lnTo>
                  <a:cubicBezTo>
                    <a:pt x="59251" y="661"/>
                    <a:pt x="59333" y="637"/>
                    <a:pt x="59405" y="637"/>
                  </a:cubicBezTo>
                  <a:cubicBezTo>
                    <a:pt x="59557" y="637"/>
                    <a:pt x="59670" y="743"/>
                    <a:pt x="59694" y="929"/>
                  </a:cubicBezTo>
                  <a:cubicBezTo>
                    <a:pt x="59663" y="610"/>
                    <a:pt x="59452" y="263"/>
                    <a:pt x="59201" y="117"/>
                  </a:cubicBezTo>
                  <a:cubicBezTo>
                    <a:pt x="59163" y="93"/>
                    <a:pt x="59126" y="76"/>
                    <a:pt x="59082" y="59"/>
                  </a:cubicBezTo>
                  <a:cubicBezTo>
                    <a:pt x="58973" y="21"/>
                    <a:pt x="58843" y="1"/>
                    <a:pt x="587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2139625" y="3399275"/>
              <a:ext cx="35725" cy="1132925"/>
            </a:xfrm>
            <a:custGeom>
              <a:rect b="b" l="l" r="r" t="t"/>
              <a:pathLst>
                <a:path extrusionOk="0" h="45317" w="1429">
                  <a:moveTo>
                    <a:pt x="1428" y="45231"/>
                  </a:moveTo>
                  <a:lnTo>
                    <a:pt x="1428" y="45231"/>
                  </a:lnTo>
                  <a:cubicBezTo>
                    <a:pt x="1423" y="45233"/>
                    <a:pt x="1418" y="45235"/>
                    <a:pt x="1412" y="45237"/>
                  </a:cubicBezTo>
                  <a:lnTo>
                    <a:pt x="1412" y="45237"/>
                  </a:lnTo>
                  <a:cubicBezTo>
                    <a:pt x="1418" y="45236"/>
                    <a:pt x="1423" y="45233"/>
                    <a:pt x="1428" y="45231"/>
                  </a:cubicBezTo>
                  <a:close/>
                  <a:moveTo>
                    <a:pt x="1412" y="45237"/>
                  </a:moveTo>
                  <a:cubicBezTo>
                    <a:pt x="1411" y="45237"/>
                    <a:pt x="1410" y="45237"/>
                    <a:pt x="1408" y="45237"/>
                  </a:cubicBezTo>
                  <a:cubicBezTo>
                    <a:pt x="1406" y="45239"/>
                    <a:pt x="1404" y="45240"/>
                    <a:pt x="1401" y="45241"/>
                  </a:cubicBezTo>
                  <a:lnTo>
                    <a:pt x="1401" y="45241"/>
                  </a:lnTo>
                  <a:cubicBezTo>
                    <a:pt x="1405" y="45240"/>
                    <a:pt x="1409" y="45238"/>
                    <a:pt x="1412" y="45237"/>
                  </a:cubicBezTo>
                  <a:close/>
                  <a:moveTo>
                    <a:pt x="1" y="0"/>
                  </a:moveTo>
                  <a:lnTo>
                    <a:pt x="1" y="44302"/>
                  </a:lnTo>
                  <a:cubicBezTo>
                    <a:pt x="1" y="44643"/>
                    <a:pt x="222" y="45044"/>
                    <a:pt x="500" y="45204"/>
                  </a:cubicBezTo>
                  <a:cubicBezTo>
                    <a:pt x="630" y="45279"/>
                    <a:pt x="803" y="45316"/>
                    <a:pt x="978" y="45316"/>
                  </a:cubicBezTo>
                  <a:cubicBezTo>
                    <a:pt x="1023" y="45316"/>
                    <a:pt x="1068" y="45314"/>
                    <a:pt x="1112" y="45309"/>
                  </a:cubicBezTo>
                  <a:cubicBezTo>
                    <a:pt x="1140" y="45306"/>
                    <a:pt x="1167" y="45302"/>
                    <a:pt x="1194" y="45295"/>
                  </a:cubicBezTo>
                  <a:cubicBezTo>
                    <a:pt x="1211" y="45295"/>
                    <a:pt x="1228" y="45292"/>
                    <a:pt x="1242" y="45289"/>
                  </a:cubicBezTo>
                  <a:cubicBezTo>
                    <a:pt x="1269" y="45286"/>
                    <a:pt x="1292" y="45278"/>
                    <a:pt x="1316" y="45268"/>
                  </a:cubicBezTo>
                  <a:cubicBezTo>
                    <a:pt x="1330" y="45268"/>
                    <a:pt x="1344" y="45261"/>
                    <a:pt x="1353" y="45258"/>
                  </a:cubicBezTo>
                  <a:cubicBezTo>
                    <a:pt x="1369" y="45252"/>
                    <a:pt x="1384" y="45249"/>
                    <a:pt x="1401" y="45241"/>
                  </a:cubicBezTo>
                  <a:lnTo>
                    <a:pt x="1401" y="45241"/>
                  </a:lnTo>
                  <a:cubicBezTo>
                    <a:pt x="1393" y="45243"/>
                    <a:pt x="1385" y="45245"/>
                    <a:pt x="1377" y="45245"/>
                  </a:cubicBezTo>
                  <a:cubicBezTo>
                    <a:pt x="1371" y="45248"/>
                    <a:pt x="1371" y="45248"/>
                    <a:pt x="1364" y="45248"/>
                  </a:cubicBezTo>
                  <a:cubicBezTo>
                    <a:pt x="1340" y="45255"/>
                    <a:pt x="1320" y="45258"/>
                    <a:pt x="1292" y="45258"/>
                  </a:cubicBezTo>
                  <a:cubicBezTo>
                    <a:pt x="1119" y="45258"/>
                    <a:pt x="1000" y="45118"/>
                    <a:pt x="1000" y="44878"/>
                  </a:cubicBez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2139625" y="3312725"/>
              <a:ext cx="25" cy="28825"/>
            </a:xfrm>
            <a:custGeom>
              <a:rect b="b" l="l" r="r" t="t"/>
              <a:pathLst>
                <a:path extrusionOk="0" h="1153" w="1">
                  <a:moveTo>
                    <a:pt x="1" y="1"/>
                  </a:moveTo>
                  <a:lnTo>
                    <a:pt x="1" y="1"/>
                  </a:lnTo>
                  <a:lnTo>
                    <a:pt x="1" y="1153"/>
                  </a:lnTo>
                  <a:lnTo>
                    <a:pt x="1" y="1153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2139625" y="3341525"/>
              <a:ext cx="25" cy="57675"/>
            </a:xfrm>
            <a:custGeom>
              <a:rect b="b" l="l" r="r" t="t"/>
              <a:pathLst>
                <a:path extrusionOk="0" h="2307" w="1">
                  <a:moveTo>
                    <a:pt x="1" y="1"/>
                  </a:moveTo>
                  <a:lnTo>
                    <a:pt x="1" y="1"/>
                  </a:lnTo>
                  <a:lnTo>
                    <a:pt x="1" y="2306"/>
                  </a:lnTo>
                  <a:lnTo>
                    <a:pt x="1" y="2306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2139625" y="3399175"/>
              <a:ext cx="25" cy="125"/>
            </a:xfrm>
            <a:custGeom>
              <a:rect b="b" l="l" r="r" t="t"/>
              <a:pathLst>
                <a:path extrusionOk="0" h="5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2139625" y="3236475"/>
              <a:ext cx="700" cy="5325"/>
            </a:xfrm>
            <a:custGeom>
              <a:rect b="b" l="l" r="r" t="t"/>
              <a:pathLst>
                <a:path extrusionOk="0" h="213" w="28">
                  <a:moveTo>
                    <a:pt x="28" y="1"/>
                  </a:moveTo>
                  <a:lnTo>
                    <a:pt x="28" y="1"/>
                  </a:lnTo>
                  <a:cubicBezTo>
                    <a:pt x="24" y="15"/>
                    <a:pt x="21" y="29"/>
                    <a:pt x="18" y="42"/>
                  </a:cubicBezTo>
                  <a:cubicBezTo>
                    <a:pt x="21" y="35"/>
                    <a:pt x="21" y="25"/>
                    <a:pt x="24" y="18"/>
                  </a:cubicBezTo>
                  <a:cubicBezTo>
                    <a:pt x="24" y="11"/>
                    <a:pt x="28" y="8"/>
                    <a:pt x="28" y="1"/>
                  </a:cubicBezTo>
                  <a:close/>
                  <a:moveTo>
                    <a:pt x="14" y="73"/>
                  </a:moveTo>
                  <a:cubicBezTo>
                    <a:pt x="7" y="100"/>
                    <a:pt x="4" y="123"/>
                    <a:pt x="1" y="151"/>
                  </a:cubicBezTo>
                  <a:lnTo>
                    <a:pt x="1" y="212"/>
                  </a:lnTo>
                  <a:cubicBezTo>
                    <a:pt x="1" y="168"/>
                    <a:pt x="4" y="120"/>
                    <a:pt x="14" y="73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2139625" y="3228675"/>
              <a:ext cx="28825" cy="184975"/>
            </a:xfrm>
            <a:custGeom>
              <a:rect b="b" l="l" r="r" t="t"/>
              <a:pathLst>
                <a:path extrusionOk="0" h="7399" w="1153">
                  <a:moveTo>
                    <a:pt x="157" y="0"/>
                  </a:moveTo>
                  <a:cubicBezTo>
                    <a:pt x="99" y="99"/>
                    <a:pt x="55" y="208"/>
                    <a:pt x="28" y="313"/>
                  </a:cubicBezTo>
                  <a:cubicBezTo>
                    <a:pt x="24" y="327"/>
                    <a:pt x="21" y="341"/>
                    <a:pt x="18" y="354"/>
                  </a:cubicBezTo>
                  <a:cubicBezTo>
                    <a:pt x="18" y="364"/>
                    <a:pt x="14" y="374"/>
                    <a:pt x="14" y="385"/>
                  </a:cubicBezTo>
                  <a:cubicBezTo>
                    <a:pt x="4" y="432"/>
                    <a:pt x="1" y="480"/>
                    <a:pt x="1" y="524"/>
                  </a:cubicBezTo>
                  <a:lnTo>
                    <a:pt x="1" y="3363"/>
                  </a:lnTo>
                  <a:lnTo>
                    <a:pt x="1" y="4515"/>
                  </a:lnTo>
                  <a:lnTo>
                    <a:pt x="1" y="6820"/>
                  </a:lnTo>
                  <a:lnTo>
                    <a:pt x="1" y="6824"/>
                  </a:lnTo>
                  <a:lnTo>
                    <a:pt x="1000" y="7399"/>
                  </a:lnTo>
                  <a:lnTo>
                    <a:pt x="1000" y="1099"/>
                  </a:lnTo>
                  <a:cubicBezTo>
                    <a:pt x="1000" y="932"/>
                    <a:pt x="1058" y="741"/>
                    <a:pt x="1153" y="578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2164625" y="2477650"/>
              <a:ext cx="1471450" cy="2053050"/>
            </a:xfrm>
            <a:custGeom>
              <a:rect b="b" l="l" r="r" t="t"/>
              <a:pathLst>
                <a:path extrusionOk="0" h="82122" w="58858">
                  <a:moveTo>
                    <a:pt x="58857" y="0"/>
                  </a:moveTo>
                  <a:lnTo>
                    <a:pt x="16492" y="24463"/>
                  </a:lnTo>
                  <a:cubicBezTo>
                    <a:pt x="16480" y="24469"/>
                    <a:pt x="16467" y="24473"/>
                    <a:pt x="16454" y="24473"/>
                  </a:cubicBezTo>
                  <a:cubicBezTo>
                    <a:pt x="16305" y="24473"/>
                    <a:pt x="16078" y="24076"/>
                    <a:pt x="15853" y="23677"/>
                  </a:cubicBezTo>
                  <a:cubicBezTo>
                    <a:pt x="15626" y="23282"/>
                    <a:pt x="15402" y="22884"/>
                    <a:pt x="15251" y="22884"/>
                  </a:cubicBezTo>
                  <a:cubicBezTo>
                    <a:pt x="15237" y="22884"/>
                    <a:pt x="15224" y="22888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1754" y="32969"/>
                    <a:pt x="1462" y="33139"/>
                  </a:cubicBezTo>
                  <a:lnTo>
                    <a:pt x="0" y="33982"/>
                  </a:lnTo>
                  <a:lnTo>
                    <a:pt x="0" y="81743"/>
                  </a:lnTo>
                  <a:cubicBezTo>
                    <a:pt x="0" y="81983"/>
                    <a:pt x="120" y="82122"/>
                    <a:pt x="293" y="82122"/>
                  </a:cubicBezTo>
                  <a:cubicBezTo>
                    <a:pt x="365" y="82122"/>
                    <a:pt x="445" y="82098"/>
                    <a:pt x="530" y="82049"/>
                  </a:cubicBezTo>
                  <a:lnTo>
                    <a:pt x="58327" y="48683"/>
                  </a:lnTo>
                  <a:cubicBezTo>
                    <a:pt x="58620" y="48513"/>
                    <a:pt x="58857" y="48101"/>
                    <a:pt x="58857" y="47761"/>
                  </a:cubicBez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2214425" y="3477075"/>
              <a:ext cx="299375" cy="967500"/>
            </a:xfrm>
            <a:custGeom>
              <a:rect b="b" l="l" r="r" t="t"/>
              <a:pathLst>
                <a:path extrusionOk="0" h="38700" w="11975">
                  <a:moveTo>
                    <a:pt x="11679" y="1"/>
                  </a:moveTo>
                  <a:cubicBezTo>
                    <a:pt x="11607" y="1"/>
                    <a:pt x="11526" y="24"/>
                    <a:pt x="11440" y="74"/>
                  </a:cubicBezTo>
                  <a:lnTo>
                    <a:pt x="534" y="6369"/>
                  </a:lnTo>
                  <a:cubicBezTo>
                    <a:pt x="238" y="6540"/>
                    <a:pt x="1" y="6955"/>
                    <a:pt x="1" y="7292"/>
                  </a:cubicBezTo>
                  <a:lnTo>
                    <a:pt x="1" y="38321"/>
                  </a:lnTo>
                  <a:cubicBezTo>
                    <a:pt x="1" y="38560"/>
                    <a:pt x="120" y="38700"/>
                    <a:pt x="296" y="38700"/>
                  </a:cubicBezTo>
                  <a:cubicBezTo>
                    <a:pt x="368" y="38700"/>
                    <a:pt x="449" y="38677"/>
                    <a:pt x="534" y="38627"/>
                  </a:cubicBezTo>
                  <a:lnTo>
                    <a:pt x="11440" y="32331"/>
                  </a:lnTo>
                  <a:cubicBezTo>
                    <a:pt x="11737" y="32161"/>
                    <a:pt x="11975" y="31746"/>
                    <a:pt x="11975" y="31409"/>
                  </a:cubicBezTo>
                  <a:lnTo>
                    <a:pt x="11975" y="380"/>
                  </a:lnTo>
                  <a:cubicBezTo>
                    <a:pt x="11975" y="140"/>
                    <a:pt x="11855" y="1"/>
                    <a:pt x="1167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2264300" y="3563375"/>
              <a:ext cx="199600" cy="132525"/>
            </a:xfrm>
            <a:custGeom>
              <a:rect b="b" l="l" r="r" t="t"/>
              <a:pathLst>
                <a:path extrusionOk="0" h="5301" w="7984">
                  <a:moveTo>
                    <a:pt x="7700" y="0"/>
                  </a:moveTo>
                  <a:cubicBezTo>
                    <a:pt x="7625" y="0"/>
                    <a:pt x="7541" y="25"/>
                    <a:pt x="7450" y="76"/>
                  </a:cubicBezTo>
                  <a:lnTo>
                    <a:pt x="535" y="4070"/>
                  </a:lnTo>
                  <a:cubicBezTo>
                    <a:pt x="239" y="4240"/>
                    <a:pt x="1" y="4635"/>
                    <a:pt x="1" y="4954"/>
                  </a:cubicBezTo>
                  <a:cubicBezTo>
                    <a:pt x="1" y="5175"/>
                    <a:pt x="114" y="5300"/>
                    <a:pt x="282" y="5300"/>
                  </a:cubicBezTo>
                  <a:cubicBezTo>
                    <a:pt x="358" y="5300"/>
                    <a:pt x="444" y="5275"/>
                    <a:pt x="535" y="5223"/>
                  </a:cubicBezTo>
                  <a:lnTo>
                    <a:pt x="7450" y="1228"/>
                  </a:lnTo>
                  <a:cubicBezTo>
                    <a:pt x="7746" y="1058"/>
                    <a:pt x="7984" y="664"/>
                    <a:pt x="7984" y="347"/>
                  </a:cubicBezTo>
                  <a:cubicBezTo>
                    <a:pt x="7984" y="126"/>
                    <a:pt x="7869" y="0"/>
                    <a:pt x="770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2264300" y="3719525"/>
              <a:ext cx="25025" cy="36200"/>
            </a:xfrm>
            <a:custGeom>
              <a:rect b="b" l="l" r="r" t="t"/>
              <a:pathLst>
                <a:path extrusionOk="0" h="1448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602"/>
                    <a:pt x="1" y="806"/>
                  </a:cubicBezTo>
                  <a:lnTo>
                    <a:pt x="1" y="1220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81" y="1197"/>
                  </a:lnTo>
                  <a:cubicBezTo>
                    <a:pt x="857" y="1095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>
              <a:off x="2314200" y="3620975"/>
              <a:ext cx="149700" cy="103725"/>
            </a:xfrm>
            <a:custGeom>
              <a:rect b="b" l="l" r="r" t="t"/>
              <a:pathLst>
                <a:path extrusionOk="0" h="4149" w="5988">
                  <a:moveTo>
                    <a:pt x="5705" y="0"/>
                  </a:moveTo>
                  <a:cubicBezTo>
                    <a:pt x="5630" y="0"/>
                    <a:pt x="5545" y="25"/>
                    <a:pt x="5454" y="77"/>
                  </a:cubicBezTo>
                  <a:lnTo>
                    <a:pt x="534" y="2919"/>
                  </a:lnTo>
                  <a:cubicBezTo>
                    <a:pt x="239" y="3089"/>
                    <a:pt x="0" y="3483"/>
                    <a:pt x="0" y="3803"/>
                  </a:cubicBezTo>
                  <a:cubicBezTo>
                    <a:pt x="0" y="4022"/>
                    <a:pt x="115" y="4148"/>
                    <a:pt x="284" y="4148"/>
                  </a:cubicBezTo>
                  <a:cubicBezTo>
                    <a:pt x="359" y="4148"/>
                    <a:pt x="444" y="4123"/>
                    <a:pt x="534" y="4072"/>
                  </a:cubicBezTo>
                  <a:lnTo>
                    <a:pt x="5454" y="1230"/>
                  </a:lnTo>
                  <a:cubicBezTo>
                    <a:pt x="5750" y="1059"/>
                    <a:pt x="5988" y="665"/>
                    <a:pt x="5988" y="345"/>
                  </a:cubicBezTo>
                  <a:cubicBezTo>
                    <a:pt x="5988" y="126"/>
                    <a:pt x="5873" y="0"/>
                    <a:pt x="570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>
              <a:off x="2264300" y="3777175"/>
              <a:ext cx="25025" cy="36175"/>
            </a:xfrm>
            <a:custGeom>
              <a:rect b="b" l="l" r="r" t="t"/>
              <a:pathLst>
                <a:path extrusionOk="0" h="1447" w="1001">
                  <a:moveTo>
                    <a:pt x="823" y="0"/>
                  </a:moveTo>
                  <a:cubicBezTo>
                    <a:pt x="780" y="0"/>
                    <a:pt x="732" y="14"/>
                    <a:pt x="681" y="44"/>
                  </a:cubicBezTo>
                  <a:lnTo>
                    <a:pt x="321" y="251"/>
                  </a:lnTo>
                  <a:cubicBezTo>
                    <a:pt x="143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3"/>
                  </a:cubicBezTo>
                  <a:lnTo>
                    <a:pt x="681" y="1196"/>
                  </a:lnTo>
                  <a:cubicBezTo>
                    <a:pt x="857" y="1094"/>
                    <a:pt x="1000" y="846"/>
                    <a:pt x="1000" y="645"/>
                  </a:cubicBezTo>
                  <a:lnTo>
                    <a:pt x="1000" y="227"/>
                  </a:lnTo>
                  <a:cubicBezTo>
                    <a:pt x="1000" y="85"/>
                    <a:pt x="928" y="0"/>
                    <a:pt x="8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2314200" y="36786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6"/>
                    <a:pt x="5454" y="78"/>
                  </a:cubicBezTo>
                  <a:lnTo>
                    <a:pt x="534" y="2917"/>
                  </a:lnTo>
                  <a:cubicBezTo>
                    <a:pt x="239" y="3087"/>
                    <a:pt x="0" y="3485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70"/>
                  </a:cubicBezTo>
                  <a:lnTo>
                    <a:pt x="5454" y="1228"/>
                  </a:lnTo>
                  <a:cubicBezTo>
                    <a:pt x="5750" y="1057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2264300" y="3834775"/>
              <a:ext cx="25025" cy="36125"/>
            </a:xfrm>
            <a:custGeom>
              <a:rect b="b" l="l" r="r" t="t"/>
              <a:pathLst>
                <a:path extrusionOk="0" h="1445" w="1001">
                  <a:moveTo>
                    <a:pt x="824" y="1"/>
                  </a:moveTo>
                  <a:cubicBezTo>
                    <a:pt x="781" y="1"/>
                    <a:pt x="733" y="15"/>
                    <a:pt x="681" y="45"/>
                  </a:cubicBezTo>
                  <a:lnTo>
                    <a:pt x="321" y="252"/>
                  </a:lnTo>
                  <a:cubicBezTo>
                    <a:pt x="143" y="354"/>
                    <a:pt x="1" y="599"/>
                    <a:pt x="1" y="803"/>
                  </a:cubicBezTo>
                  <a:lnTo>
                    <a:pt x="1" y="1217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81" y="1194"/>
                  </a:lnTo>
                  <a:cubicBezTo>
                    <a:pt x="857" y="1092"/>
                    <a:pt x="1000" y="847"/>
                    <a:pt x="1000" y="643"/>
                  </a:cubicBezTo>
                  <a:lnTo>
                    <a:pt x="1000" y="228"/>
                  </a:lnTo>
                  <a:cubicBezTo>
                    <a:pt x="1000" y="84"/>
                    <a:pt x="929" y="1"/>
                    <a:pt x="8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2314200" y="373620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1"/>
                  </a:moveTo>
                  <a:cubicBezTo>
                    <a:pt x="5631" y="1"/>
                    <a:pt x="5545" y="25"/>
                    <a:pt x="5454" y="78"/>
                  </a:cubicBezTo>
                  <a:lnTo>
                    <a:pt x="534" y="2920"/>
                  </a:lnTo>
                  <a:cubicBezTo>
                    <a:pt x="239" y="3087"/>
                    <a:pt x="0" y="3484"/>
                    <a:pt x="0" y="3801"/>
                  </a:cubicBezTo>
                  <a:cubicBezTo>
                    <a:pt x="0" y="4022"/>
                    <a:pt x="114" y="4147"/>
                    <a:pt x="282" y="4147"/>
                  </a:cubicBezTo>
                  <a:cubicBezTo>
                    <a:pt x="357" y="4147"/>
                    <a:pt x="443" y="4122"/>
                    <a:pt x="534" y="4069"/>
                  </a:cubicBezTo>
                  <a:lnTo>
                    <a:pt x="5454" y="1231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6"/>
                    <a:pt x="5874" y="1"/>
                    <a:pt x="57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2264300" y="3892300"/>
              <a:ext cx="25025" cy="36150"/>
            </a:xfrm>
            <a:custGeom>
              <a:rect b="b" l="l" r="r" t="t"/>
              <a:pathLst>
                <a:path extrusionOk="0" h="1446" w="1001">
                  <a:moveTo>
                    <a:pt x="822" y="0"/>
                  </a:moveTo>
                  <a:cubicBezTo>
                    <a:pt x="779" y="0"/>
                    <a:pt x="732" y="14"/>
                    <a:pt x="681" y="42"/>
                  </a:cubicBezTo>
                  <a:lnTo>
                    <a:pt x="321" y="253"/>
                  </a:lnTo>
                  <a:cubicBezTo>
                    <a:pt x="143" y="352"/>
                    <a:pt x="1" y="600"/>
                    <a:pt x="1" y="804"/>
                  </a:cubicBezTo>
                  <a:lnTo>
                    <a:pt x="1" y="1218"/>
                  </a:lnTo>
                  <a:cubicBezTo>
                    <a:pt x="1" y="1363"/>
                    <a:pt x="72" y="1446"/>
                    <a:pt x="177" y="1446"/>
                  </a:cubicBezTo>
                  <a:cubicBezTo>
                    <a:pt x="220" y="1446"/>
                    <a:pt x="269" y="1431"/>
                    <a:pt x="321" y="1402"/>
                  </a:cubicBezTo>
                  <a:lnTo>
                    <a:pt x="681" y="1194"/>
                  </a:lnTo>
                  <a:cubicBezTo>
                    <a:pt x="857" y="1092"/>
                    <a:pt x="1000" y="848"/>
                    <a:pt x="1000" y="644"/>
                  </a:cubicBezTo>
                  <a:lnTo>
                    <a:pt x="1000" y="229"/>
                  </a:lnTo>
                  <a:cubicBezTo>
                    <a:pt x="1000" y="83"/>
                    <a:pt x="927" y="0"/>
                    <a:pt x="8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2314200" y="3793750"/>
              <a:ext cx="149700" cy="103675"/>
            </a:xfrm>
            <a:custGeom>
              <a:rect b="b" l="l" r="r" t="t"/>
              <a:pathLst>
                <a:path extrusionOk="0" h="4147" w="5988">
                  <a:moveTo>
                    <a:pt x="5706" y="0"/>
                  </a:moveTo>
                  <a:cubicBezTo>
                    <a:pt x="5631" y="0"/>
                    <a:pt x="5546" y="25"/>
                    <a:pt x="5454" y="78"/>
                  </a:cubicBezTo>
                  <a:lnTo>
                    <a:pt x="534" y="2920"/>
                  </a:lnTo>
                  <a:cubicBezTo>
                    <a:pt x="239" y="3086"/>
                    <a:pt x="0" y="3484"/>
                    <a:pt x="0" y="3800"/>
                  </a:cubicBezTo>
                  <a:cubicBezTo>
                    <a:pt x="0" y="4021"/>
                    <a:pt x="114" y="4146"/>
                    <a:pt x="283" y="4146"/>
                  </a:cubicBezTo>
                  <a:cubicBezTo>
                    <a:pt x="357" y="4146"/>
                    <a:pt x="443" y="4122"/>
                    <a:pt x="534" y="4069"/>
                  </a:cubicBezTo>
                  <a:lnTo>
                    <a:pt x="5454" y="1226"/>
                  </a:lnTo>
                  <a:cubicBezTo>
                    <a:pt x="5750" y="1060"/>
                    <a:pt x="5988" y="663"/>
                    <a:pt x="5988" y="346"/>
                  </a:cubicBezTo>
                  <a:cubicBezTo>
                    <a:pt x="5988" y="125"/>
                    <a:pt x="5874" y="0"/>
                    <a:pt x="570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2263275" y="3880750"/>
              <a:ext cx="199525" cy="132525"/>
            </a:xfrm>
            <a:custGeom>
              <a:rect b="b" l="l" r="r" t="t"/>
              <a:pathLst>
                <a:path extrusionOk="0" h="5301" w="7981">
                  <a:moveTo>
                    <a:pt x="7698" y="0"/>
                  </a:moveTo>
                  <a:cubicBezTo>
                    <a:pt x="7624" y="0"/>
                    <a:pt x="7540" y="24"/>
                    <a:pt x="7451" y="75"/>
                  </a:cubicBezTo>
                  <a:lnTo>
                    <a:pt x="531" y="4070"/>
                  </a:lnTo>
                  <a:cubicBezTo>
                    <a:pt x="239" y="4241"/>
                    <a:pt x="1" y="4635"/>
                    <a:pt x="1" y="4955"/>
                  </a:cubicBezTo>
                  <a:cubicBezTo>
                    <a:pt x="1" y="5175"/>
                    <a:pt x="115" y="5300"/>
                    <a:pt x="282" y="5300"/>
                  </a:cubicBezTo>
                  <a:cubicBezTo>
                    <a:pt x="356" y="5300"/>
                    <a:pt x="441" y="5275"/>
                    <a:pt x="531" y="5223"/>
                  </a:cubicBezTo>
                  <a:lnTo>
                    <a:pt x="7451" y="1228"/>
                  </a:lnTo>
                  <a:cubicBezTo>
                    <a:pt x="7743" y="1058"/>
                    <a:pt x="7981" y="663"/>
                    <a:pt x="7981" y="348"/>
                  </a:cubicBezTo>
                  <a:cubicBezTo>
                    <a:pt x="7981" y="125"/>
                    <a:pt x="7866" y="0"/>
                    <a:pt x="769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2263275" y="4036900"/>
              <a:ext cx="24950" cy="36225"/>
            </a:xfrm>
            <a:custGeom>
              <a:rect b="b" l="l" r="r" t="t"/>
              <a:pathLst>
                <a:path extrusionOk="0" h="1449" w="998">
                  <a:moveTo>
                    <a:pt x="821" y="0"/>
                  </a:moveTo>
                  <a:cubicBezTo>
                    <a:pt x="778" y="0"/>
                    <a:pt x="730" y="14"/>
                    <a:pt x="678" y="44"/>
                  </a:cubicBezTo>
                  <a:lnTo>
                    <a:pt x="321" y="252"/>
                  </a:lnTo>
                  <a:cubicBezTo>
                    <a:pt x="144" y="353"/>
                    <a:pt x="1" y="602"/>
                    <a:pt x="1" y="806"/>
                  </a:cubicBezTo>
                  <a:lnTo>
                    <a:pt x="1" y="1221"/>
                  </a:lnTo>
                  <a:cubicBezTo>
                    <a:pt x="1" y="1365"/>
                    <a:pt x="72" y="1448"/>
                    <a:pt x="177" y="1448"/>
                  </a:cubicBezTo>
                  <a:cubicBezTo>
                    <a:pt x="220" y="1448"/>
                    <a:pt x="269" y="1434"/>
                    <a:pt x="321" y="1404"/>
                  </a:cubicBezTo>
                  <a:lnTo>
                    <a:pt x="678" y="1197"/>
                  </a:lnTo>
                  <a:cubicBezTo>
                    <a:pt x="854" y="1095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3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2313175" y="3938325"/>
              <a:ext cx="149625" cy="103750"/>
            </a:xfrm>
            <a:custGeom>
              <a:rect b="b" l="l" r="r" t="t"/>
              <a:pathLst>
                <a:path extrusionOk="0" h="4150" w="5985">
                  <a:moveTo>
                    <a:pt x="5702" y="1"/>
                  </a:moveTo>
                  <a:cubicBezTo>
                    <a:pt x="5628" y="1"/>
                    <a:pt x="5544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4"/>
                  </a:cubicBezTo>
                  <a:cubicBezTo>
                    <a:pt x="1" y="4023"/>
                    <a:pt x="115" y="4149"/>
                    <a:pt x="283" y="4149"/>
                  </a:cubicBezTo>
                  <a:cubicBezTo>
                    <a:pt x="357" y="4149"/>
                    <a:pt x="441" y="4124"/>
                    <a:pt x="531" y="4072"/>
                  </a:cubicBezTo>
                  <a:lnTo>
                    <a:pt x="5455" y="1230"/>
                  </a:lnTo>
                  <a:cubicBezTo>
                    <a:pt x="5747" y="1060"/>
                    <a:pt x="5985" y="666"/>
                    <a:pt x="5985" y="346"/>
                  </a:cubicBezTo>
                  <a:cubicBezTo>
                    <a:pt x="5985" y="127"/>
                    <a:pt x="5870" y="1"/>
                    <a:pt x="5702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2263275" y="4094550"/>
              <a:ext cx="24950" cy="36200"/>
            </a:xfrm>
            <a:custGeom>
              <a:rect b="b" l="l" r="r" t="t"/>
              <a:pathLst>
                <a:path extrusionOk="0" h="1448" w="998">
                  <a:moveTo>
                    <a:pt x="819" y="0"/>
                  </a:moveTo>
                  <a:cubicBezTo>
                    <a:pt x="777" y="0"/>
                    <a:pt x="729" y="14"/>
                    <a:pt x="678" y="43"/>
                  </a:cubicBezTo>
                  <a:lnTo>
                    <a:pt x="321" y="251"/>
                  </a:lnTo>
                  <a:cubicBezTo>
                    <a:pt x="144" y="353"/>
                    <a:pt x="1" y="601"/>
                    <a:pt x="1" y="805"/>
                  </a:cubicBezTo>
                  <a:lnTo>
                    <a:pt x="1" y="1220"/>
                  </a:lnTo>
                  <a:cubicBezTo>
                    <a:pt x="1" y="1364"/>
                    <a:pt x="72" y="1447"/>
                    <a:pt x="177" y="1447"/>
                  </a:cubicBezTo>
                  <a:cubicBezTo>
                    <a:pt x="220" y="1447"/>
                    <a:pt x="269" y="1433"/>
                    <a:pt x="321" y="1404"/>
                  </a:cubicBezTo>
                  <a:lnTo>
                    <a:pt x="678" y="1196"/>
                  </a:lnTo>
                  <a:cubicBezTo>
                    <a:pt x="854" y="1094"/>
                    <a:pt x="997" y="849"/>
                    <a:pt x="997" y="645"/>
                  </a:cubicBezTo>
                  <a:lnTo>
                    <a:pt x="997" y="230"/>
                  </a:lnTo>
                  <a:cubicBezTo>
                    <a:pt x="997" y="85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2313175" y="3996025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17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4" y="4147"/>
                    <a:pt x="281" y="4147"/>
                  </a:cubicBezTo>
                  <a:cubicBezTo>
                    <a:pt x="356" y="4147"/>
                    <a:pt x="441" y="4122"/>
                    <a:pt x="531" y="4069"/>
                  </a:cubicBezTo>
                  <a:lnTo>
                    <a:pt x="5455" y="1227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2263275" y="4152150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21" y="0"/>
                  </a:moveTo>
                  <a:cubicBezTo>
                    <a:pt x="778" y="0"/>
                    <a:pt x="730" y="15"/>
                    <a:pt x="678" y="44"/>
                  </a:cubicBezTo>
                  <a:lnTo>
                    <a:pt x="321" y="252"/>
                  </a:lnTo>
                  <a:cubicBezTo>
                    <a:pt x="144" y="354"/>
                    <a:pt x="1" y="598"/>
                    <a:pt x="1" y="802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3"/>
                  </a:lnTo>
                  <a:cubicBezTo>
                    <a:pt x="854" y="1091"/>
                    <a:pt x="997" y="846"/>
                    <a:pt x="997" y="642"/>
                  </a:cubicBezTo>
                  <a:lnTo>
                    <a:pt x="997" y="228"/>
                  </a:lnTo>
                  <a:cubicBezTo>
                    <a:pt x="997" y="84"/>
                    <a:pt x="926" y="0"/>
                    <a:pt x="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2313175" y="4053575"/>
              <a:ext cx="149625" cy="103700"/>
            </a:xfrm>
            <a:custGeom>
              <a:rect b="b" l="l" r="r" t="t"/>
              <a:pathLst>
                <a:path extrusionOk="0" h="4148" w="5985">
                  <a:moveTo>
                    <a:pt x="5704" y="0"/>
                  </a:moveTo>
                  <a:cubicBezTo>
                    <a:pt x="5630" y="0"/>
                    <a:pt x="5545" y="25"/>
                    <a:pt x="5455" y="77"/>
                  </a:cubicBezTo>
                  <a:lnTo>
                    <a:pt x="531" y="2920"/>
                  </a:lnTo>
                  <a:cubicBezTo>
                    <a:pt x="239" y="3090"/>
                    <a:pt x="1" y="3484"/>
                    <a:pt x="1" y="3801"/>
                  </a:cubicBezTo>
                  <a:cubicBezTo>
                    <a:pt x="1" y="4023"/>
                    <a:pt x="115" y="4147"/>
                    <a:pt x="283" y="4147"/>
                  </a:cubicBezTo>
                  <a:cubicBezTo>
                    <a:pt x="357" y="4147"/>
                    <a:pt x="442" y="4123"/>
                    <a:pt x="531" y="4072"/>
                  </a:cubicBezTo>
                  <a:lnTo>
                    <a:pt x="5455" y="1230"/>
                  </a:lnTo>
                  <a:cubicBezTo>
                    <a:pt x="5747" y="1061"/>
                    <a:pt x="5985" y="662"/>
                    <a:pt x="5985" y="347"/>
                  </a:cubicBezTo>
                  <a:cubicBezTo>
                    <a:pt x="5985" y="125"/>
                    <a:pt x="5871" y="0"/>
                    <a:pt x="57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2263275" y="4209675"/>
              <a:ext cx="24950" cy="36150"/>
            </a:xfrm>
            <a:custGeom>
              <a:rect b="b" l="l" r="r" t="t"/>
              <a:pathLst>
                <a:path extrusionOk="0" h="1446" w="998">
                  <a:moveTo>
                    <a:pt x="819" y="0"/>
                  </a:moveTo>
                  <a:cubicBezTo>
                    <a:pt x="777" y="0"/>
                    <a:pt x="729" y="14"/>
                    <a:pt x="678" y="42"/>
                  </a:cubicBezTo>
                  <a:lnTo>
                    <a:pt x="321" y="252"/>
                  </a:lnTo>
                  <a:cubicBezTo>
                    <a:pt x="144" y="351"/>
                    <a:pt x="1" y="599"/>
                    <a:pt x="1" y="803"/>
                  </a:cubicBezTo>
                  <a:lnTo>
                    <a:pt x="1" y="1218"/>
                  </a:lnTo>
                  <a:cubicBezTo>
                    <a:pt x="1" y="1362"/>
                    <a:pt x="72" y="1445"/>
                    <a:pt x="177" y="1445"/>
                  </a:cubicBezTo>
                  <a:cubicBezTo>
                    <a:pt x="220" y="1445"/>
                    <a:pt x="269" y="1431"/>
                    <a:pt x="321" y="1401"/>
                  </a:cubicBezTo>
                  <a:lnTo>
                    <a:pt x="678" y="1194"/>
                  </a:lnTo>
                  <a:cubicBezTo>
                    <a:pt x="854" y="1092"/>
                    <a:pt x="997" y="847"/>
                    <a:pt x="997" y="643"/>
                  </a:cubicBezTo>
                  <a:lnTo>
                    <a:pt x="997" y="229"/>
                  </a:lnTo>
                  <a:cubicBezTo>
                    <a:pt x="997" y="83"/>
                    <a:pt x="925" y="0"/>
                    <a:pt x="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2313175" y="4111100"/>
              <a:ext cx="149625" cy="103675"/>
            </a:xfrm>
            <a:custGeom>
              <a:rect b="b" l="l" r="r" t="t"/>
              <a:pathLst>
                <a:path extrusionOk="0" h="4147" w="5985">
                  <a:moveTo>
                    <a:pt x="5704" y="1"/>
                  </a:moveTo>
                  <a:cubicBezTo>
                    <a:pt x="5630" y="1"/>
                    <a:pt x="5545" y="26"/>
                    <a:pt x="5455" y="78"/>
                  </a:cubicBezTo>
                  <a:lnTo>
                    <a:pt x="531" y="2921"/>
                  </a:lnTo>
                  <a:cubicBezTo>
                    <a:pt x="239" y="3087"/>
                    <a:pt x="1" y="3485"/>
                    <a:pt x="1" y="3801"/>
                  </a:cubicBezTo>
                  <a:cubicBezTo>
                    <a:pt x="1" y="4022"/>
                    <a:pt x="115" y="4147"/>
                    <a:pt x="282" y="4147"/>
                  </a:cubicBezTo>
                  <a:cubicBezTo>
                    <a:pt x="356" y="4147"/>
                    <a:pt x="441" y="4122"/>
                    <a:pt x="531" y="4070"/>
                  </a:cubicBezTo>
                  <a:lnTo>
                    <a:pt x="5455" y="1231"/>
                  </a:lnTo>
                  <a:cubicBezTo>
                    <a:pt x="5747" y="1061"/>
                    <a:pt x="5985" y="663"/>
                    <a:pt x="5985" y="347"/>
                  </a:cubicBezTo>
                  <a:cubicBezTo>
                    <a:pt x="5985" y="126"/>
                    <a:pt x="5871" y="1"/>
                    <a:pt x="570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3162200" y="3145850"/>
              <a:ext cx="374175" cy="249225"/>
            </a:xfrm>
            <a:custGeom>
              <a:rect b="b" l="l" r="r" t="t"/>
              <a:pathLst>
                <a:path extrusionOk="0" h="9969" w="14967">
                  <a:moveTo>
                    <a:pt x="14671" y="1"/>
                  </a:moveTo>
                  <a:cubicBezTo>
                    <a:pt x="14599" y="1"/>
                    <a:pt x="14518" y="24"/>
                    <a:pt x="14433" y="73"/>
                  </a:cubicBezTo>
                  <a:lnTo>
                    <a:pt x="534" y="8100"/>
                  </a:lnTo>
                  <a:cubicBezTo>
                    <a:pt x="239" y="8270"/>
                    <a:pt x="0" y="8681"/>
                    <a:pt x="0" y="9022"/>
                  </a:cubicBezTo>
                  <a:lnTo>
                    <a:pt x="0" y="9590"/>
                  </a:lnTo>
                  <a:cubicBezTo>
                    <a:pt x="0" y="9830"/>
                    <a:pt x="120" y="9969"/>
                    <a:pt x="294" y="9969"/>
                  </a:cubicBezTo>
                  <a:cubicBezTo>
                    <a:pt x="365" y="9969"/>
                    <a:pt x="446" y="9945"/>
                    <a:pt x="531" y="9896"/>
                  </a:cubicBezTo>
                  <a:lnTo>
                    <a:pt x="14436" y="1804"/>
                  </a:lnTo>
                  <a:cubicBezTo>
                    <a:pt x="14728" y="1634"/>
                    <a:pt x="14967" y="1219"/>
                    <a:pt x="14967" y="883"/>
                  </a:cubicBezTo>
                  <a:lnTo>
                    <a:pt x="14967" y="382"/>
                  </a:lnTo>
                  <a:cubicBezTo>
                    <a:pt x="14967" y="141"/>
                    <a:pt x="14846" y="1"/>
                    <a:pt x="14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3"/>
            <p:cNvSpPr/>
            <p:nvPr/>
          </p:nvSpPr>
          <p:spPr>
            <a:xfrm>
              <a:off x="3162200" y="32033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3"/>
                    <a:pt x="0" y="9821"/>
                    <a:pt x="0" y="10137"/>
                  </a:cubicBezTo>
                  <a:cubicBezTo>
                    <a:pt x="0" y="10358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3"/>
            <p:cNvSpPr/>
            <p:nvPr/>
          </p:nvSpPr>
          <p:spPr>
            <a:xfrm>
              <a:off x="3162200" y="3260925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6"/>
                  </a:lnTo>
                  <a:cubicBezTo>
                    <a:pt x="239" y="9426"/>
                    <a:pt x="0" y="9821"/>
                    <a:pt x="0" y="10140"/>
                  </a:cubicBezTo>
                  <a:cubicBezTo>
                    <a:pt x="0" y="10360"/>
                    <a:pt x="115" y="10485"/>
                    <a:pt x="284" y="10485"/>
                  </a:cubicBezTo>
                  <a:cubicBezTo>
                    <a:pt x="359" y="10485"/>
                    <a:pt x="444" y="10460"/>
                    <a:pt x="534" y="10409"/>
                  </a:cubicBezTo>
                  <a:lnTo>
                    <a:pt x="16428" y="1230"/>
                  </a:lnTo>
                  <a:cubicBezTo>
                    <a:pt x="16724" y="1059"/>
                    <a:pt x="16962" y="665"/>
                    <a:pt x="16962" y="345"/>
                  </a:cubicBezTo>
                  <a:cubicBezTo>
                    <a:pt x="16962" y="126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3162200" y="3318500"/>
              <a:ext cx="424075" cy="262125"/>
            </a:xfrm>
            <a:custGeom>
              <a:rect b="b" l="l" r="r" t="t"/>
              <a:pathLst>
                <a:path extrusionOk="0" h="10485" w="16963">
                  <a:moveTo>
                    <a:pt x="16678" y="1"/>
                  </a:moveTo>
                  <a:cubicBezTo>
                    <a:pt x="16604" y="1"/>
                    <a:pt x="16518" y="25"/>
                    <a:pt x="16428" y="76"/>
                  </a:cubicBezTo>
                  <a:lnTo>
                    <a:pt x="534" y="9255"/>
                  </a:lnTo>
                  <a:cubicBezTo>
                    <a:pt x="239" y="9425"/>
                    <a:pt x="0" y="9820"/>
                    <a:pt x="0" y="10139"/>
                  </a:cubicBezTo>
                  <a:cubicBezTo>
                    <a:pt x="0" y="10358"/>
                    <a:pt x="115" y="10485"/>
                    <a:pt x="283" y="10485"/>
                  </a:cubicBezTo>
                  <a:cubicBezTo>
                    <a:pt x="358" y="10485"/>
                    <a:pt x="443" y="10460"/>
                    <a:pt x="534" y="10407"/>
                  </a:cubicBezTo>
                  <a:lnTo>
                    <a:pt x="16428" y="1228"/>
                  </a:lnTo>
                  <a:cubicBezTo>
                    <a:pt x="16724" y="1058"/>
                    <a:pt x="16962" y="664"/>
                    <a:pt x="16962" y="348"/>
                  </a:cubicBezTo>
                  <a:cubicBezTo>
                    <a:pt x="16962" y="126"/>
                    <a:pt x="16847" y="1"/>
                    <a:pt x="16678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3"/>
            <p:cNvSpPr/>
            <p:nvPr/>
          </p:nvSpPr>
          <p:spPr>
            <a:xfrm>
              <a:off x="3162200" y="33760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5" y="1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18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3"/>
                    <a:pt x="16962" y="346"/>
                  </a:cubicBezTo>
                  <a:cubicBezTo>
                    <a:pt x="16962" y="125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3162200" y="34336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79" y="1"/>
                  </a:moveTo>
                  <a:cubicBezTo>
                    <a:pt x="16604" y="1"/>
                    <a:pt x="16519" y="25"/>
                    <a:pt x="16428" y="78"/>
                  </a:cubicBezTo>
                  <a:lnTo>
                    <a:pt x="534" y="9257"/>
                  </a:lnTo>
                  <a:cubicBezTo>
                    <a:pt x="239" y="9424"/>
                    <a:pt x="0" y="9821"/>
                    <a:pt x="0" y="10138"/>
                  </a:cubicBezTo>
                  <a:cubicBezTo>
                    <a:pt x="0" y="10359"/>
                    <a:pt x="114" y="10483"/>
                    <a:pt x="282" y="10483"/>
                  </a:cubicBezTo>
                  <a:cubicBezTo>
                    <a:pt x="357" y="10483"/>
                    <a:pt x="443" y="10458"/>
                    <a:pt x="534" y="10406"/>
                  </a:cubicBezTo>
                  <a:lnTo>
                    <a:pt x="16428" y="1230"/>
                  </a:lnTo>
                  <a:cubicBezTo>
                    <a:pt x="16724" y="1060"/>
                    <a:pt x="16962" y="666"/>
                    <a:pt x="16962" y="346"/>
                  </a:cubicBezTo>
                  <a:cubicBezTo>
                    <a:pt x="16962" y="127"/>
                    <a:pt x="16848" y="1"/>
                    <a:pt x="16679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3162200" y="3491175"/>
              <a:ext cx="424075" cy="262150"/>
            </a:xfrm>
            <a:custGeom>
              <a:rect b="b" l="l" r="r" t="t"/>
              <a:pathLst>
                <a:path extrusionOk="0" h="10486" w="16963">
                  <a:moveTo>
                    <a:pt x="16679" y="0"/>
                  </a:moveTo>
                  <a:cubicBezTo>
                    <a:pt x="16604" y="0"/>
                    <a:pt x="16519" y="25"/>
                    <a:pt x="16428" y="77"/>
                  </a:cubicBezTo>
                  <a:lnTo>
                    <a:pt x="534" y="9257"/>
                  </a:lnTo>
                  <a:cubicBezTo>
                    <a:pt x="239" y="9427"/>
                    <a:pt x="0" y="9821"/>
                    <a:pt x="0" y="10141"/>
                  </a:cubicBezTo>
                  <a:cubicBezTo>
                    <a:pt x="0" y="10360"/>
                    <a:pt x="115" y="10486"/>
                    <a:pt x="284" y="10486"/>
                  </a:cubicBezTo>
                  <a:cubicBezTo>
                    <a:pt x="358" y="10486"/>
                    <a:pt x="444" y="10461"/>
                    <a:pt x="534" y="10409"/>
                  </a:cubicBezTo>
                  <a:lnTo>
                    <a:pt x="16428" y="1230"/>
                  </a:lnTo>
                  <a:cubicBezTo>
                    <a:pt x="16724" y="1060"/>
                    <a:pt x="16962" y="665"/>
                    <a:pt x="16962" y="346"/>
                  </a:cubicBezTo>
                  <a:cubicBezTo>
                    <a:pt x="16962" y="127"/>
                    <a:pt x="16848" y="0"/>
                    <a:pt x="1667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3162200" y="354877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1" y="1"/>
                  </a:moveTo>
                  <a:cubicBezTo>
                    <a:pt x="16606" y="1"/>
                    <a:pt x="16520" y="26"/>
                    <a:pt x="16428" y="79"/>
                  </a:cubicBezTo>
                  <a:lnTo>
                    <a:pt x="534" y="9254"/>
                  </a:lnTo>
                  <a:cubicBezTo>
                    <a:pt x="239" y="9424"/>
                    <a:pt x="0" y="9819"/>
                    <a:pt x="0" y="10138"/>
                  </a:cubicBezTo>
                  <a:cubicBezTo>
                    <a:pt x="0" y="10357"/>
                    <a:pt x="115" y="10483"/>
                    <a:pt x="284" y="10483"/>
                  </a:cubicBezTo>
                  <a:cubicBezTo>
                    <a:pt x="358" y="10483"/>
                    <a:pt x="444" y="10459"/>
                    <a:pt x="534" y="10407"/>
                  </a:cubicBezTo>
                  <a:lnTo>
                    <a:pt x="16428" y="1227"/>
                  </a:lnTo>
                  <a:cubicBezTo>
                    <a:pt x="16724" y="1061"/>
                    <a:pt x="16962" y="663"/>
                    <a:pt x="16962" y="347"/>
                  </a:cubicBezTo>
                  <a:cubicBezTo>
                    <a:pt x="16962" y="126"/>
                    <a:pt x="16849" y="1"/>
                    <a:pt x="16681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3162200" y="3606325"/>
              <a:ext cx="424075" cy="262100"/>
            </a:xfrm>
            <a:custGeom>
              <a:rect b="b" l="l" r="r" t="t"/>
              <a:pathLst>
                <a:path extrusionOk="0" h="10484" w="16963">
                  <a:moveTo>
                    <a:pt x="16680" y="0"/>
                  </a:moveTo>
                  <a:cubicBezTo>
                    <a:pt x="16605" y="0"/>
                    <a:pt x="16519" y="25"/>
                    <a:pt x="16428" y="78"/>
                  </a:cubicBezTo>
                  <a:lnTo>
                    <a:pt x="534" y="9254"/>
                  </a:lnTo>
                  <a:cubicBezTo>
                    <a:pt x="239" y="9424"/>
                    <a:pt x="0" y="9822"/>
                    <a:pt x="0" y="10138"/>
                  </a:cubicBezTo>
                  <a:cubicBezTo>
                    <a:pt x="0" y="10359"/>
                    <a:pt x="114" y="10484"/>
                    <a:pt x="282" y="10484"/>
                  </a:cubicBezTo>
                  <a:cubicBezTo>
                    <a:pt x="357" y="10484"/>
                    <a:pt x="443" y="10459"/>
                    <a:pt x="534" y="10407"/>
                  </a:cubicBezTo>
                  <a:lnTo>
                    <a:pt x="16428" y="1230"/>
                  </a:lnTo>
                  <a:cubicBezTo>
                    <a:pt x="16724" y="1061"/>
                    <a:pt x="16962" y="666"/>
                    <a:pt x="16962" y="347"/>
                  </a:cubicBezTo>
                  <a:cubicBezTo>
                    <a:pt x="16962" y="126"/>
                    <a:pt x="16848" y="0"/>
                    <a:pt x="16680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563650" y="3390675"/>
              <a:ext cx="548675" cy="852300"/>
            </a:xfrm>
            <a:custGeom>
              <a:rect b="b" l="l" r="r" t="t"/>
              <a:pathLst>
                <a:path extrusionOk="0" h="34092" w="21947">
                  <a:moveTo>
                    <a:pt x="21652" y="1"/>
                  </a:moveTo>
                  <a:cubicBezTo>
                    <a:pt x="21581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3"/>
                    <a:pt x="120" y="34092"/>
                    <a:pt x="293" y="34092"/>
                  </a:cubicBezTo>
                  <a:cubicBezTo>
                    <a:pt x="365" y="34092"/>
                    <a:pt x="446" y="34068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39"/>
                    <a:pt x="21826" y="1"/>
                    <a:pt x="21652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3"/>
            <p:cNvSpPr/>
            <p:nvPr/>
          </p:nvSpPr>
          <p:spPr>
            <a:xfrm>
              <a:off x="2563650" y="3390675"/>
              <a:ext cx="548675" cy="852275"/>
            </a:xfrm>
            <a:custGeom>
              <a:rect b="b" l="l" r="r" t="t"/>
              <a:pathLst>
                <a:path extrusionOk="0" h="34091" w="21947">
                  <a:moveTo>
                    <a:pt x="21654" y="1"/>
                  </a:moveTo>
                  <a:cubicBezTo>
                    <a:pt x="21583" y="1"/>
                    <a:pt x="21501" y="24"/>
                    <a:pt x="21416" y="72"/>
                  </a:cubicBezTo>
                  <a:lnTo>
                    <a:pt x="531" y="12131"/>
                  </a:lnTo>
                  <a:cubicBezTo>
                    <a:pt x="239" y="12301"/>
                    <a:pt x="1" y="12712"/>
                    <a:pt x="1" y="13053"/>
                  </a:cubicBezTo>
                  <a:lnTo>
                    <a:pt x="1" y="33713"/>
                  </a:lnTo>
                  <a:cubicBezTo>
                    <a:pt x="1" y="33954"/>
                    <a:pt x="120" y="34090"/>
                    <a:pt x="294" y="34090"/>
                  </a:cubicBezTo>
                  <a:cubicBezTo>
                    <a:pt x="365" y="34090"/>
                    <a:pt x="446" y="34070"/>
                    <a:pt x="531" y="34019"/>
                  </a:cubicBezTo>
                  <a:lnTo>
                    <a:pt x="21416" y="21960"/>
                  </a:lnTo>
                  <a:cubicBezTo>
                    <a:pt x="21709" y="21793"/>
                    <a:pt x="21947" y="21379"/>
                    <a:pt x="21947" y="21042"/>
                  </a:cubicBezTo>
                  <a:lnTo>
                    <a:pt x="21947" y="381"/>
                  </a:lnTo>
                  <a:cubicBezTo>
                    <a:pt x="21947" y="140"/>
                    <a:pt x="21827" y="1"/>
                    <a:pt x="21654" y="1"/>
                  </a:cubicBezTo>
                  <a:close/>
                </a:path>
              </a:pathLst>
            </a:custGeom>
            <a:solidFill>
              <a:srgbClr val="D4F8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2563650" y="3685525"/>
              <a:ext cx="548675" cy="557450"/>
            </a:xfrm>
            <a:custGeom>
              <a:rect b="b" l="l" r="r" t="t"/>
              <a:pathLst>
                <a:path extrusionOk="0" h="22298" w="21947">
                  <a:moveTo>
                    <a:pt x="16123" y="0"/>
                  </a:moveTo>
                  <a:lnTo>
                    <a:pt x="12632" y="6175"/>
                  </a:lnTo>
                  <a:lnTo>
                    <a:pt x="15086" y="9353"/>
                  </a:lnTo>
                  <a:lnTo>
                    <a:pt x="6985" y="2373"/>
                  </a:lnTo>
                  <a:lnTo>
                    <a:pt x="1" y="17492"/>
                  </a:lnTo>
                  <a:lnTo>
                    <a:pt x="1" y="21919"/>
                  </a:lnTo>
                  <a:cubicBezTo>
                    <a:pt x="1" y="22159"/>
                    <a:pt x="120" y="22298"/>
                    <a:pt x="293" y="22298"/>
                  </a:cubicBezTo>
                  <a:cubicBezTo>
                    <a:pt x="365" y="22298"/>
                    <a:pt x="446" y="22274"/>
                    <a:pt x="531" y="22225"/>
                  </a:cubicBezTo>
                  <a:lnTo>
                    <a:pt x="21416" y="10166"/>
                  </a:lnTo>
                  <a:cubicBezTo>
                    <a:pt x="21709" y="9999"/>
                    <a:pt x="21947" y="9585"/>
                    <a:pt x="21947" y="9248"/>
                  </a:cubicBezTo>
                  <a:lnTo>
                    <a:pt x="21947" y="5324"/>
                  </a:lnTo>
                  <a:lnTo>
                    <a:pt x="16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2948275" y="3521225"/>
              <a:ext cx="78725" cy="101600"/>
            </a:xfrm>
            <a:custGeom>
              <a:rect b="b" l="l" r="r" t="t"/>
              <a:pathLst>
                <a:path extrusionOk="0" h="4064" w="3149">
                  <a:moveTo>
                    <a:pt x="2277" y="1"/>
                  </a:moveTo>
                  <a:cubicBezTo>
                    <a:pt x="2066" y="1"/>
                    <a:pt x="1827" y="69"/>
                    <a:pt x="1575" y="214"/>
                  </a:cubicBezTo>
                  <a:cubicBezTo>
                    <a:pt x="704" y="718"/>
                    <a:pt x="1" y="1939"/>
                    <a:pt x="1" y="2941"/>
                  </a:cubicBezTo>
                  <a:cubicBezTo>
                    <a:pt x="1" y="3653"/>
                    <a:pt x="354" y="4063"/>
                    <a:pt x="871" y="4063"/>
                  </a:cubicBezTo>
                  <a:cubicBezTo>
                    <a:pt x="1082" y="4063"/>
                    <a:pt x="1321" y="3994"/>
                    <a:pt x="1575" y="3849"/>
                  </a:cubicBezTo>
                  <a:cubicBezTo>
                    <a:pt x="2444" y="3346"/>
                    <a:pt x="3148" y="2125"/>
                    <a:pt x="3148" y="1123"/>
                  </a:cubicBezTo>
                  <a:cubicBezTo>
                    <a:pt x="3148" y="411"/>
                    <a:pt x="2794" y="1"/>
                    <a:pt x="22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3"/>
            <p:cNvSpPr/>
            <p:nvPr/>
          </p:nvSpPr>
          <p:spPr>
            <a:xfrm>
              <a:off x="2214425" y="2656275"/>
              <a:ext cx="1371850" cy="953100"/>
            </a:xfrm>
            <a:custGeom>
              <a:rect b="b" l="l" r="r" t="t"/>
              <a:pathLst>
                <a:path extrusionOk="0" h="38124" w="54874">
                  <a:moveTo>
                    <a:pt x="54579" y="0"/>
                  </a:moveTo>
                  <a:cubicBezTo>
                    <a:pt x="54507" y="0"/>
                    <a:pt x="54425" y="24"/>
                    <a:pt x="54339" y="73"/>
                  </a:cubicBezTo>
                  <a:lnTo>
                    <a:pt x="534" y="31141"/>
                  </a:lnTo>
                  <a:cubicBezTo>
                    <a:pt x="238" y="31307"/>
                    <a:pt x="1" y="31722"/>
                    <a:pt x="1" y="32059"/>
                  </a:cubicBezTo>
                  <a:lnTo>
                    <a:pt x="1" y="37743"/>
                  </a:lnTo>
                  <a:cubicBezTo>
                    <a:pt x="1" y="37985"/>
                    <a:pt x="121" y="38124"/>
                    <a:pt x="296" y="38124"/>
                  </a:cubicBezTo>
                  <a:cubicBezTo>
                    <a:pt x="368" y="38124"/>
                    <a:pt x="449" y="38101"/>
                    <a:pt x="534" y="38053"/>
                  </a:cubicBezTo>
                  <a:lnTo>
                    <a:pt x="54339" y="6985"/>
                  </a:lnTo>
                  <a:cubicBezTo>
                    <a:pt x="54635" y="6815"/>
                    <a:pt x="54873" y="6404"/>
                    <a:pt x="54873" y="6064"/>
                  </a:cubicBezTo>
                  <a:lnTo>
                    <a:pt x="54873" y="379"/>
                  </a:lnTo>
                  <a:cubicBezTo>
                    <a:pt x="54873" y="139"/>
                    <a:pt x="54754" y="0"/>
                    <a:pt x="5457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3"/>
            <p:cNvSpPr/>
            <p:nvPr/>
          </p:nvSpPr>
          <p:spPr>
            <a:xfrm>
              <a:off x="3087400" y="2772825"/>
              <a:ext cx="399075" cy="270100"/>
            </a:xfrm>
            <a:custGeom>
              <a:rect b="b" l="l" r="r" t="t"/>
              <a:pathLst>
                <a:path extrusionOk="0" h="10804" w="15963">
                  <a:moveTo>
                    <a:pt x="15963" y="1"/>
                  </a:moveTo>
                  <a:lnTo>
                    <a:pt x="320" y="9031"/>
                  </a:lnTo>
                  <a:cubicBezTo>
                    <a:pt x="143" y="9133"/>
                    <a:pt x="0" y="9381"/>
                    <a:pt x="0" y="9585"/>
                  </a:cubicBezTo>
                  <a:lnTo>
                    <a:pt x="0" y="10575"/>
                  </a:lnTo>
                  <a:cubicBezTo>
                    <a:pt x="0" y="10720"/>
                    <a:pt x="73" y="10804"/>
                    <a:pt x="179" y="10804"/>
                  </a:cubicBezTo>
                  <a:cubicBezTo>
                    <a:pt x="221" y="10804"/>
                    <a:pt x="269" y="10790"/>
                    <a:pt x="320" y="10762"/>
                  </a:cubicBezTo>
                  <a:lnTo>
                    <a:pt x="15963" y="1728"/>
                  </a:lnTo>
                  <a:lnTo>
                    <a:pt x="15963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486450" y="2747550"/>
              <a:ext cx="49925" cy="68500"/>
            </a:xfrm>
            <a:custGeom>
              <a:rect b="b" l="l" r="r" t="t"/>
              <a:pathLst>
                <a:path extrusionOk="0" h="2740" w="1997">
                  <a:moveTo>
                    <a:pt x="1819" y="0"/>
                  </a:moveTo>
                  <a:cubicBezTo>
                    <a:pt x="1776" y="0"/>
                    <a:pt x="1728" y="14"/>
                    <a:pt x="1677" y="43"/>
                  </a:cubicBezTo>
                  <a:lnTo>
                    <a:pt x="1" y="1012"/>
                  </a:lnTo>
                  <a:lnTo>
                    <a:pt x="1" y="2739"/>
                  </a:lnTo>
                  <a:lnTo>
                    <a:pt x="1677" y="1770"/>
                  </a:lnTo>
                  <a:cubicBezTo>
                    <a:pt x="1854" y="1672"/>
                    <a:pt x="1997" y="1423"/>
                    <a:pt x="1997" y="1219"/>
                  </a:cubicBezTo>
                  <a:lnTo>
                    <a:pt x="1997" y="227"/>
                  </a:lnTo>
                  <a:cubicBezTo>
                    <a:pt x="1997" y="84"/>
                    <a:pt x="1924" y="0"/>
                    <a:pt x="1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3500900" y="2764350"/>
              <a:ext cx="25800" cy="31375"/>
            </a:xfrm>
            <a:custGeom>
              <a:rect b="b" l="l" r="r" t="t"/>
              <a:pathLst>
                <a:path extrusionOk="0" h="1255" w="1032">
                  <a:moveTo>
                    <a:pt x="528" y="139"/>
                  </a:moveTo>
                  <a:cubicBezTo>
                    <a:pt x="545" y="139"/>
                    <a:pt x="562" y="143"/>
                    <a:pt x="579" y="153"/>
                  </a:cubicBezTo>
                  <a:cubicBezTo>
                    <a:pt x="640" y="187"/>
                    <a:pt x="681" y="296"/>
                    <a:pt x="681" y="432"/>
                  </a:cubicBezTo>
                  <a:cubicBezTo>
                    <a:pt x="681" y="694"/>
                    <a:pt x="541" y="993"/>
                    <a:pt x="375" y="1088"/>
                  </a:cubicBezTo>
                  <a:cubicBezTo>
                    <a:pt x="345" y="1106"/>
                    <a:pt x="317" y="1115"/>
                    <a:pt x="292" y="1115"/>
                  </a:cubicBezTo>
                  <a:cubicBezTo>
                    <a:pt x="274" y="1115"/>
                    <a:pt x="257" y="1110"/>
                    <a:pt x="242" y="1102"/>
                  </a:cubicBezTo>
                  <a:cubicBezTo>
                    <a:pt x="178" y="1068"/>
                    <a:pt x="140" y="959"/>
                    <a:pt x="140" y="823"/>
                  </a:cubicBezTo>
                  <a:cubicBezTo>
                    <a:pt x="140" y="561"/>
                    <a:pt x="280" y="262"/>
                    <a:pt x="443" y="167"/>
                  </a:cubicBezTo>
                  <a:cubicBezTo>
                    <a:pt x="473" y="150"/>
                    <a:pt x="504" y="139"/>
                    <a:pt x="528" y="139"/>
                  </a:cubicBezTo>
                  <a:close/>
                  <a:moveTo>
                    <a:pt x="529" y="0"/>
                  </a:moveTo>
                  <a:cubicBezTo>
                    <a:pt x="479" y="0"/>
                    <a:pt x="426" y="15"/>
                    <a:pt x="375" y="45"/>
                  </a:cubicBezTo>
                  <a:cubicBezTo>
                    <a:pt x="164" y="167"/>
                    <a:pt x="0" y="506"/>
                    <a:pt x="0" y="823"/>
                  </a:cubicBezTo>
                  <a:cubicBezTo>
                    <a:pt x="0" y="1013"/>
                    <a:pt x="62" y="1159"/>
                    <a:pt x="171" y="1224"/>
                  </a:cubicBezTo>
                  <a:cubicBezTo>
                    <a:pt x="208" y="1245"/>
                    <a:pt x="249" y="1255"/>
                    <a:pt x="289" y="1255"/>
                  </a:cubicBezTo>
                  <a:cubicBezTo>
                    <a:pt x="341" y="1255"/>
                    <a:pt x="391" y="1238"/>
                    <a:pt x="443" y="1211"/>
                  </a:cubicBezTo>
                  <a:cubicBezTo>
                    <a:pt x="568" y="1136"/>
                    <a:pt x="677" y="983"/>
                    <a:pt x="745" y="806"/>
                  </a:cubicBezTo>
                  <a:lnTo>
                    <a:pt x="932" y="864"/>
                  </a:lnTo>
                  <a:cubicBezTo>
                    <a:pt x="939" y="867"/>
                    <a:pt x="946" y="867"/>
                    <a:pt x="953" y="867"/>
                  </a:cubicBezTo>
                  <a:cubicBezTo>
                    <a:pt x="983" y="867"/>
                    <a:pt x="1011" y="847"/>
                    <a:pt x="1020" y="816"/>
                  </a:cubicBezTo>
                  <a:cubicBezTo>
                    <a:pt x="1031" y="782"/>
                    <a:pt x="1011" y="741"/>
                    <a:pt x="976" y="731"/>
                  </a:cubicBezTo>
                  <a:lnTo>
                    <a:pt x="790" y="674"/>
                  </a:lnTo>
                  <a:cubicBezTo>
                    <a:pt x="807" y="592"/>
                    <a:pt x="816" y="511"/>
                    <a:pt x="816" y="432"/>
                  </a:cubicBezTo>
                  <a:cubicBezTo>
                    <a:pt x="816" y="241"/>
                    <a:pt x="755" y="95"/>
                    <a:pt x="647" y="31"/>
                  </a:cubicBezTo>
                  <a:cubicBezTo>
                    <a:pt x="611" y="11"/>
                    <a:pt x="571" y="0"/>
                    <a:pt x="52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3"/>
            <p:cNvSpPr/>
            <p:nvPr/>
          </p:nvSpPr>
          <p:spPr>
            <a:xfrm>
              <a:off x="2563650" y="285787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10" y="1"/>
                  </a:moveTo>
                  <a:cubicBezTo>
                    <a:pt x="40538" y="1"/>
                    <a:pt x="40457" y="24"/>
                    <a:pt x="40370" y="74"/>
                  </a:cubicBezTo>
                  <a:lnTo>
                    <a:pt x="531" y="23077"/>
                  </a:lnTo>
                  <a:cubicBezTo>
                    <a:pt x="239" y="23243"/>
                    <a:pt x="1" y="23658"/>
                    <a:pt x="1" y="23995"/>
                  </a:cubicBezTo>
                  <a:lnTo>
                    <a:pt x="1" y="30832"/>
                  </a:lnTo>
                  <a:cubicBezTo>
                    <a:pt x="1" y="31072"/>
                    <a:pt x="120" y="31211"/>
                    <a:pt x="293" y="31211"/>
                  </a:cubicBezTo>
                  <a:cubicBezTo>
                    <a:pt x="365" y="31211"/>
                    <a:pt x="446" y="31187"/>
                    <a:pt x="531" y="31137"/>
                  </a:cubicBezTo>
                  <a:lnTo>
                    <a:pt x="40370" y="8138"/>
                  </a:lnTo>
                  <a:cubicBezTo>
                    <a:pt x="40666" y="7968"/>
                    <a:pt x="40904" y="7556"/>
                    <a:pt x="40904" y="7217"/>
                  </a:cubicBezTo>
                  <a:lnTo>
                    <a:pt x="40904" y="380"/>
                  </a:lnTo>
                  <a:cubicBezTo>
                    <a:pt x="40904" y="139"/>
                    <a:pt x="40785" y="1"/>
                    <a:pt x="40610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3"/>
            <p:cNvSpPr/>
            <p:nvPr/>
          </p:nvSpPr>
          <p:spPr>
            <a:xfrm>
              <a:off x="2563650" y="2857925"/>
              <a:ext cx="1022625" cy="780275"/>
            </a:xfrm>
            <a:custGeom>
              <a:rect b="b" l="l" r="r" t="t"/>
              <a:pathLst>
                <a:path extrusionOk="0" h="31211" w="40905">
                  <a:moveTo>
                    <a:pt x="40608" y="0"/>
                  </a:moveTo>
                  <a:cubicBezTo>
                    <a:pt x="40537" y="0"/>
                    <a:pt x="40456" y="21"/>
                    <a:pt x="40370" y="72"/>
                  </a:cubicBezTo>
                  <a:lnTo>
                    <a:pt x="531" y="23075"/>
                  </a:lnTo>
                  <a:cubicBezTo>
                    <a:pt x="239" y="23241"/>
                    <a:pt x="1" y="23656"/>
                    <a:pt x="1" y="23993"/>
                  </a:cubicBezTo>
                  <a:lnTo>
                    <a:pt x="1" y="30830"/>
                  </a:lnTo>
                  <a:cubicBezTo>
                    <a:pt x="1" y="31071"/>
                    <a:pt x="120" y="31211"/>
                    <a:pt x="294" y="31211"/>
                  </a:cubicBezTo>
                  <a:cubicBezTo>
                    <a:pt x="365" y="31211"/>
                    <a:pt x="446" y="31187"/>
                    <a:pt x="531" y="31135"/>
                  </a:cubicBezTo>
                  <a:lnTo>
                    <a:pt x="40370" y="8136"/>
                  </a:lnTo>
                  <a:cubicBezTo>
                    <a:pt x="40666" y="7966"/>
                    <a:pt x="40904" y="7554"/>
                    <a:pt x="40904" y="7215"/>
                  </a:cubicBezTo>
                  <a:lnTo>
                    <a:pt x="40904" y="378"/>
                  </a:lnTo>
                  <a:cubicBezTo>
                    <a:pt x="40904" y="137"/>
                    <a:pt x="40782" y="0"/>
                    <a:pt x="406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2164625" y="2477650"/>
              <a:ext cx="1471450" cy="936000"/>
            </a:xfrm>
            <a:custGeom>
              <a:rect b="b" l="l" r="r" t="t"/>
              <a:pathLst>
                <a:path extrusionOk="0" h="37440" w="58858">
                  <a:moveTo>
                    <a:pt x="58857" y="0"/>
                  </a:moveTo>
                  <a:lnTo>
                    <a:pt x="16958" y="24190"/>
                  </a:lnTo>
                  <a:cubicBezTo>
                    <a:pt x="16878" y="24237"/>
                    <a:pt x="16813" y="24258"/>
                    <a:pt x="16758" y="24258"/>
                  </a:cubicBezTo>
                  <a:cubicBezTo>
                    <a:pt x="16613" y="24258"/>
                    <a:pt x="16535" y="24112"/>
                    <a:pt x="16415" y="23904"/>
                  </a:cubicBezTo>
                  <a:lnTo>
                    <a:pt x="15962" y="23079"/>
                  </a:lnTo>
                  <a:cubicBezTo>
                    <a:pt x="15832" y="22864"/>
                    <a:pt x="15699" y="22779"/>
                    <a:pt x="15553" y="22779"/>
                  </a:cubicBezTo>
                  <a:cubicBezTo>
                    <a:pt x="15448" y="22779"/>
                    <a:pt x="15335" y="22824"/>
                    <a:pt x="15211" y="22895"/>
                  </a:cubicBezTo>
                  <a:lnTo>
                    <a:pt x="2526" y="30222"/>
                  </a:lnTo>
                  <a:cubicBezTo>
                    <a:pt x="2230" y="30388"/>
                    <a:pt x="2111" y="30694"/>
                    <a:pt x="1993" y="31140"/>
                  </a:cubicBezTo>
                  <a:lnTo>
                    <a:pt x="1621" y="32428"/>
                  </a:lnTo>
                  <a:cubicBezTo>
                    <a:pt x="1483" y="32921"/>
                    <a:pt x="1384" y="33179"/>
                    <a:pt x="1091" y="33349"/>
                  </a:cubicBezTo>
                  <a:lnTo>
                    <a:pt x="0" y="33982"/>
                  </a:lnTo>
                  <a:lnTo>
                    <a:pt x="0" y="37440"/>
                  </a:lnTo>
                  <a:lnTo>
                    <a:pt x="58857" y="3462"/>
                  </a:lnTo>
                  <a:lnTo>
                    <a:pt x="5885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3557000" y="2448925"/>
              <a:ext cx="33425" cy="43200"/>
            </a:xfrm>
            <a:custGeom>
              <a:rect b="b" l="l" r="r" t="t"/>
              <a:pathLst>
                <a:path extrusionOk="0" h="1728" w="1337">
                  <a:moveTo>
                    <a:pt x="967" y="1"/>
                  </a:moveTo>
                  <a:cubicBezTo>
                    <a:pt x="877" y="1"/>
                    <a:pt x="775" y="30"/>
                    <a:pt x="667" y="93"/>
                  </a:cubicBezTo>
                  <a:cubicBezTo>
                    <a:pt x="300" y="306"/>
                    <a:pt x="0" y="823"/>
                    <a:pt x="0" y="1251"/>
                  </a:cubicBezTo>
                  <a:cubicBezTo>
                    <a:pt x="0" y="1553"/>
                    <a:pt x="151" y="1728"/>
                    <a:pt x="369" y="1728"/>
                  </a:cubicBezTo>
                  <a:cubicBezTo>
                    <a:pt x="459" y="1728"/>
                    <a:pt x="560" y="1698"/>
                    <a:pt x="667" y="1636"/>
                  </a:cubicBezTo>
                  <a:cubicBezTo>
                    <a:pt x="1037" y="1425"/>
                    <a:pt x="1337" y="905"/>
                    <a:pt x="1337" y="476"/>
                  </a:cubicBezTo>
                  <a:cubicBezTo>
                    <a:pt x="1337" y="175"/>
                    <a:pt x="1186" y="1"/>
                    <a:pt x="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3496750" y="2483650"/>
              <a:ext cx="33500" cy="43225"/>
            </a:xfrm>
            <a:custGeom>
              <a:rect b="b" l="l" r="r" t="t"/>
              <a:pathLst>
                <a:path extrusionOk="0" h="1729" w="1340">
                  <a:moveTo>
                    <a:pt x="968" y="0"/>
                  </a:moveTo>
                  <a:cubicBezTo>
                    <a:pt x="878" y="0"/>
                    <a:pt x="777" y="29"/>
                    <a:pt x="670" y="91"/>
                  </a:cubicBezTo>
                  <a:cubicBezTo>
                    <a:pt x="299" y="305"/>
                    <a:pt x="0" y="825"/>
                    <a:pt x="0" y="1249"/>
                  </a:cubicBezTo>
                  <a:cubicBezTo>
                    <a:pt x="0" y="1553"/>
                    <a:pt x="151" y="1729"/>
                    <a:pt x="370" y="1729"/>
                  </a:cubicBezTo>
                  <a:cubicBezTo>
                    <a:pt x="460" y="1729"/>
                    <a:pt x="562" y="1699"/>
                    <a:pt x="670" y="1637"/>
                  </a:cubicBezTo>
                  <a:cubicBezTo>
                    <a:pt x="1037" y="1423"/>
                    <a:pt x="1340" y="903"/>
                    <a:pt x="1340" y="478"/>
                  </a:cubicBezTo>
                  <a:cubicBezTo>
                    <a:pt x="1340" y="174"/>
                    <a:pt x="1187" y="0"/>
                    <a:pt x="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3436475" y="2518375"/>
              <a:ext cx="33525" cy="43200"/>
            </a:xfrm>
            <a:custGeom>
              <a:rect b="b" l="l" r="r" t="t"/>
              <a:pathLst>
                <a:path extrusionOk="0" h="1728" w="1341">
                  <a:moveTo>
                    <a:pt x="971" y="0"/>
                  </a:moveTo>
                  <a:cubicBezTo>
                    <a:pt x="880" y="0"/>
                    <a:pt x="778" y="30"/>
                    <a:pt x="671" y="92"/>
                  </a:cubicBezTo>
                  <a:cubicBezTo>
                    <a:pt x="300" y="306"/>
                    <a:pt x="1" y="823"/>
                    <a:pt x="1" y="1252"/>
                  </a:cubicBezTo>
                  <a:cubicBezTo>
                    <a:pt x="1" y="1552"/>
                    <a:pt x="151" y="1727"/>
                    <a:pt x="371" y="1727"/>
                  </a:cubicBezTo>
                  <a:cubicBezTo>
                    <a:pt x="461" y="1727"/>
                    <a:pt x="563" y="1698"/>
                    <a:pt x="671" y="1635"/>
                  </a:cubicBezTo>
                  <a:cubicBezTo>
                    <a:pt x="1041" y="1425"/>
                    <a:pt x="1341" y="905"/>
                    <a:pt x="1341" y="476"/>
                  </a:cubicBezTo>
                  <a:cubicBezTo>
                    <a:pt x="1341" y="175"/>
                    <a:pt x="1190" y="0"/>
                    <a:pt x="9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198525" y="3326075"/>
              <a:ext cx="28750" cy="36075"/>
            </a:xfrm>
            <a:custGeom>
              <a:rect b="b" l="l" r="r" t="t"/>
              <a:pathLst>
                <a:path extrusionOk="0" h="1443" w="1150">
                  <a:moveTo>
                    <a:pt x="544" y="0"/>
                  </a:moveTo>
                  <a:cubicBezTo>
                    <a:pt x="521" y="0"/>
                    <a:pt x="497" y="24"/>
                    <a:pt x="477" y="62"/>
                  </a:cubicBezTo>
                  <a:lnTo>
                    <a:pt x="25" y="932"/>
                  </a:lnTo>
                  <a:lnTo>
                    <a:pt x="25" y="936"/>
                  </a:lnTo>
                  <a:cubicBezTo>
                    <a:pt x="17" y="945"/>
                    <a:pt x="14" y="956"/>
                    <a:pt x="11" y="966"/>
                  </a:cubicBezTo>
                  <a:cubicBezTo>
                    <a:pt x="11" y="970"/>
                    <a:pt x="8" y="973"/>
                    <a:pt x="8" y="976"/>
                  </a:cubicBezTo>
                  <a:cubicBezTo>
                    <a:pt x="4" y="993"/>
                    <a:pt x="0" y="1007"/>
                    <a:pt x="0" y="1024"/>
                  </a:cubicBezTo>
                  <a:cubicBezTo>
                    <a:pt x="0" y="1038"/>
                    <a:pt x="4" y="1051"/>
                    <a:pt x="8" y="1061"/>
                  </a:cubicBezTo>
                  <a:cubicBezTo>
                    <a:pt x="8" y="1064"/>
                    <a:pt x="11" y="1064"/>
                    <a:pt x="11" y="1068"/>
                  </a:cubicBezTo>
                  <a:cubicBezTo>
                    <a:pt x="14" y="1075"/>
                    <a:pt x="17" y="1082"/>
                    <a:pt x="25" y="1085"/>
                  </a:cubicBezTo>
                  <a:lnTo>
                    <a:pt x="25" y="1088"/>
                  </a:lnTo>
                  <a:lnTo>
                    <a:pt x="477" y="1435"/>
                  </a:lnTo>
                  <a:cubicBezTo>
                    <a:pt x="483" y="1439"/>
                    <a:pt x="490" y="1442"/>
                    <a:pt x="497" y="1442"/>
                  </a:cubicBezTo>
                  <a:cubicBezTo>
                    <a:pt x="504" y="1442"/>
                    <a:pt x="514" y="1439"/>
                    <a:pt x="521" y="1435"/>
                  </a:cubicBezTo>
                  <a:cubicBezTo>
                    <a:pt x="541" y="1425"/>
                    <a:pt x="558" y="1401"/>
                    <a:pt x="571" y="1370"/>
                  </a:cubicBezTo>
                  <a:cubicBezTo>
                    <a:pt x="596" y="1313"/>
                    <a:pt x="592" y="1251"/>
                    <a:pt x="565" y="1228"/>
                  </a:cubicBezTo>
                  <a:lnTo>
                    <a:pt x="249" y="983"/>
                  </a:lnTo>
                  <a:lnTo>
                    <a:pt x="1081" y="501"/>
                  </a:lnTo>
                  <a:cubicBezTo>
                    <a:pt x="1119" y="480"/>
                    <a:pt x="1150" y="415"/>
                    <a:pt x="1150" y="361"/>
                  </a:cubicBezTo>
                  <a:cubicBezTo>
                    <a:pt x="1150" y="317"/>
                    <a:pt x="1130" y="289"/>
                    <a:pt x="1106" y="289"/>
                  </a:cubicBezTo>
                  <a:cubicBezTo>
                    <a:pt x="1099" y="289"/>
                    <a:pt x="1089" y="289"/>
                    <a:pt x="1081" y="297"/>
                  </a:cubicBezTo>
                  <a:lnTo>
                    <a:pt x="249" y="776"/>
                  </a:lnTo>
                  <a:lnTo>
                    <a:pt x="565" y="164"/>
                  </a:lnTo>
                  <a:cubicBezTo>
                    <a:pt x="592" y="113"/>
                    <a:pt x="596" y="45"/>
                    <a:pt x="571" y="14"/>
                  </a:cubicBezTo>
                  <a:cubicBezTo>
                    <a:pt x="565" y="7"/>
                    <a:pt x="555" y="0"/>
                    <a:pt x="544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2241275" y="3299900"/>
              <a:ext cx="28775" cy="35975"/>
            </a:xfrm>
            <a:custGeom>
              <a:rect b="b" l="l" r="r" t="t"/>
              <a:pathLst>
                <a:path extrusionOk="0" h="1439" w="1151">
                  <a:moveTo>
                    <a:pt x="653" y="1"/>
                  </a:moveTo>
                  <a:cubicBezTo>
                    <a:pt x="630" y="1"/>
                    <a:pt x="599" y="28"/>
                    <a:pt x="579" y="72"/>
                  </a:cubicBezTo>
                  <a:cubicBezTo>
                    <a:pt x="555" y="126"/>
                    <a:pt x="559" y="191"/>
                    <a:pt x="586" y="214"/>
                  </a:cubicBezTo>
                  <a:lnTo>
                    <a:pt x="905" y="456"/>
                  </a:lnTo>
                  <a:lnTo>
                    <a:pt x="69" y="939"/>
                  </a:lnTo>
                  <a:cubicBezTo>
                    <a:pt x="31" y="963"/>
                    <a:pt x="0" y="1024"/>
                    <a:pt x="0" y="1082"/>
                  </a:cubicBezTo>
                  <a:cubicBezTo>
                    <a:pt x="0" y="1126"/>
                    <a:pt x="21" y="1153"/>
                    <a:pt x="45" y="1153"/>
                  </a:cubicBezTo>
                  <a:cubicBezTo>
                    <a:pt x="52" y="1153"/>
                    <a:pt x="62" y="1149"/>
                    <a:pt x="69" y="1146"/>
                  </a:cubicBezTo>
                  <a:lnTo>
                    <a:pt x="905" y="663"/>
                  </a:lnTo>
                  <a:lnTo>
                    <a:pt x="586" y="1275"/>
                  </a:lnTo>
                  <a:cubicBezTo>
                    <a:pt x="559" y="1330"/>
                    <a:pt x="555" y="1398"/>
                    <a:pt x="579" y="1425"/>
                  </a:cubicBezTo>
                  <a:cubicBezTo>
                    <a:pt x="586" y="1435"/>
                    <a:pt x="595" y="1438"/>
                    <a:pt x="606" y="1438"/>
                  </a:cubicBezTo>
                  <a:cubicBezTo>
                    <a:pt x="612" y="1438"/>
                    <a:pt x="623" y="1438"/>
                    <a:pt x="630" y="1432"/>
                  </a:cubicBezTo>
                  <a:cubicBezTo>
                    <a:pt x="647" y="1421"/>
                    <a:pt x="661" y="1405"/>
                    <a:pt x="674" y="1380"/>
                  </a:cubicBezTo>
                  <a:lnTo>
                    <a:pt x="1126" y="511"/>
                  </a:lnTo>
                  <a:lnTo>
                    <a:pt x="1130" y="507"/>
                  </a:lnTo>
                  <a:cubicBezTo>
                    <a:pt x="1133" y="497"/>
                    <a:pt x="1136" y="487"/>
                    <a:pt x="1140" y="473"/>
                  </a:cubicBezTo>
                  <a:cubicBezTo>
                    <a:pt x="1143" y="470"/>
                    <a:pt x="1143" y="467"/>
                    <a:pt x="1143" y="462"/>
                  </a:cubicBezTo>
                  <a:cubicBezTo>
                    <a:pt x="1146" y="449"/>
                    <a:pt x="1150" y="432"/>
                    <a:pt x="1150" y="418"/>
                  </a:cubicBezTo>
                  <a:cubicBezTo>
                    <a:pt x="1150" y="405"/>
                    <a:pt x="1146" y="391"/>
                    <a:pt x="1143" y="381"/>
                  </a:cubicBezTo>
                  <a:cubicBezTo>
                    <a:pt x="1143" y="378"/>
                    <a:pt x="1143" y="378"/>
                    <a:pt x="1140" y="374"/>
                  </a:cubicBezTo>
                  <a:cubicBezTo>
                    <a:pt x="1136" y="368"/>
                    <a:pt x="1133" y="360"/>
                    <a:pt x="1130" y="357"/>
                  </a:cubicBezTo>
                  <a:lnTo>
                    <a:pt x="1126" y="354"/>
                  </a:lnTo>
                  <a:lnTo>
                    <a:pt x="674" y="7"/>
                  </a:lnTo>
                  <a:cubicBezTo>
                    <a:pt x="667" y="1"/>
                    <a:pt x="661" y="1"/>
                    <a:pt x="653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2286850" y="3262400"/>
              <a:ext cx="25925" cy="51625"/>
            </a:xfrm>
            <a:custGeom>
              <a:rect b="b" l="l" r="r" t="t"/>
              <a:pathLst>
                <a:path extrusionOk="0" h="2065" w="1037">
                  <a:moveTo>
                    <a:pt x="959" y="1"/>
                  </a:moveTo>
                  <a:cubicBezTo>
                    <a:pt x="945" y="1"/>
                    <a:pt x="925" y="18"/>
                    <a:pt x="914" y="45"/>
                  </a:cubicBezTo>
                  <a:lnTo>
                    <a:pt x="799" y="327"/>
                  </a:lnTo>
                  <a:cubicBezTo>
                    <a:pt x="789" y="324"/>
                    <a:pt x="779" y="324"/>
                    <a:pt x="768" y="324"/>
                  </a:cubicBezTo>
                  <a:cubicBezTo>
                    <a:pt x="581" y="324"/>
                    <a:pt x="360" y="511"/>
                    <a:pt x="208" y="834"/>
                  </a:cubicBezTo>
                  <a:cubicBezTo>
                    <a:pt x="0" y="1269"/>
                    <a:pt x="0" y="1789"/>
                    <a:pt x="208" y="1987"/>
                  </a:cubicBezTo>
                  <a:cubicBezTo>
                    <a:pt x="261" y="2041"/>
                    <a:pt x="327" y="2064"/>
                    <a:pt x="398" y="2064"/>
                  </a:cubicBezTo>
                  <a:cubicBezTo>
                    <a:pt x="456" y="2064"/>
                    <a:pt x="520" y="2048"/>
                    <a:pt x="585" y="2011"/>
                  </a:cubicBezTo>
                  <a:cubicBezTo>
                    <a:pt x="718" y="1932"/>
                    <a:pt x="853" y="1772"/>
                    <a:pt x="959" y="1554"/>
                  </a:cubicBezTo>
                  <a:cubicBezTo>
                    <a:pt x="986" y="1501"/>
                    <a:pt x="986" y="1432"/>
                    <a:pt x="959" y="1408"/>
                  </a:cubicBezTo>
                  <a:cubicBezTo>
                    <a:pt x="952" y="1402"/>
                    <a:pt x="942" y="1399"/>
                    <a:pt x="935" y="1399"/>
                  </a:cubicBezTo>
                  <a:cubicBezTo>
                    <a:pt x="911" y="1399"/>
                    <a:pt x="884" y="1422"/>
                    <a:pt x="864" y="1463"/>
                  </a:cubicBezTo>
                  <a:cubicBezTo>
                    <a:pt x="751" y="1701"/>
                    <a:pt x="585" y="1844"/>
                    <a:pt x="442" y="1844"/>
                  </a:cubicBezTo>
                  <a:cubicBezTo>
                    <a:pt x="391" y="1844"/>
                    <a:pt x="343" y="1827"/>
                    <a:pt x="302" y="1786"/>
                  </a:cubicBezTo>
                  <a:cubicBezTo>
                    <a:pt x="150" y="1636"/>
                    <a:pt x="150" y="1253"/>
                    <a:pt x="302" y="926"/>
                  </a:cubicBezTo>
                  <a:cubicBezTo>
                    <a:pt x="412" y="691"/>
                    <a:pt x="571" y="555"/>
                    <a:pt x="710" y="545"/>
                  </a:cubicBezTo>
                  <a:lnTo>
                    <a:pt x="710" y="545"/>
                  </a:lnTo>
                  <a:lnTo>
                    <a:pt x="622" y="756"/>
                  </a:lnTo>
                  <a:cubicBezTo>
                    <a:pt x="605" y="804"/>
                    <a:pt x="616" y="845"/>
                    <a:pt x="639" y="845"/>
                  </a:cubicBezTo>
                  <a:cubicBezTo>
                    <a:pt x="646" y="845"/>
                    <a:pt x="649" y="845"/>
                    <a:pt x="656" y="840"/>
                  </a:cubicBezTo>
                  <a:lnTo>
                    <a:pt x="996" y="616"/>
                  </a:lnTo>
                  <a:cubicBezTo>
                    <a:pt x="1020" y="603"/>
                    <a:pt x="1037" y="559"/>
                    <a:pt x="1033" y="525"/>
                  </a:cubicBezTo>
                  <a:lnTo>
                    <a:pt x="986" y="35"/>
                  </a:lnTo>
                  <a:cubicBezTo>
                    <a:pt x="983" y="11"/>
                    <a:pt x="972" y="1"/>
                    <a:pt x="959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2520750" y="3068025"/>
              <a:ext cx="23550" cy="46700"/>
            </a:xfrm>
            <a:custGeom>
              <a:rect b="b" l="l" r="r" t="t"/>
              <a:pathLst>
                <a:path extrusionOk="0" h="1868" w="942">
                  <a:moveTo>
                    <a:pt x="871" y="1"/>
                  </a:moveTo>
                  <a:cubicBezTo>
                    <a:pt x="840" y="1"/>
                    <a:pt x="803" y="35"/>
                    <a:pt x="775" y="89"/>
                  </a:cubicBezTo>
                  <a:lnTo>
                    <a:pt x="469" y="735"/>
                  </a:lnTo>
                  <a:lnTo>
                    <a:pt x="166" y="440"/>
                  </a:lnTo>
                  <a:cubicBezTo>
                    <a:pt x="157" y="432"/>
                    <a:pt x="146" y="426"/>
                    <a:pt x="133" y="426"/>
                  </a:cubicBezTo>
                  <a:cubicBezTo>
                    <a:pt x="102" y="426"/>
                    <a:pt x="61" y="460"/>
                    <a:pt x="34" y="517"/>
                  </a:cubicBezTo>
                  <a:cubicBezTo>
                    <a:pt x="0" y="592"/>
                    <a:pt x="0" y="680"/>
                    <a:pt x="34" y="718"/>
                  </a:cubicBezTo>
                  <a:lnTo>
                    <a:pt x="340" y="1011"/>
                  </a:lnTo>
                  <a:lnTo>
                    <a:pt x="34" y="1653"/>
                  </a:lnTo>
                  <a:cubicBezTo>
                    <a:pt x="0" y="1731"/>
                    <a:pt x="0" y="1819"/>
                    <a:pt x="34" y="1854"/>
                  </a:cubicBezTo>
                  <a:cubicBezTo>
                    <a:pt x="44" y="1863"/>
                    <a:pt x="58" y="1868"/>
                    <a:pt x="69" y="1868"/>
                  </a:cubicBezTo>
                  <a:cubicBezTo>
                    <a:pt x="78" y="1868"/>
                    <a:pt x="89" y="1863"/>
                    <a:pt x="102" y="1857"/>
                  </a:cubicBezTo>
                  <a:cubicBezTo>
                    <a:pt x="126" y="1843"/>
                    <a:pt x="150" y="1816"/>
                    <a:pt x="166" y="1779"/>
                  </a:cubicBezTo>
                  <a:lnTo>
                    <a:pt x="469" y="1136"/>
                  </a:lnTo>
                  <a:lnTo>
                    <a:pt x="775" y="1429"/>
                  </a:lnTo>
                  <a:cubicBezTo>
                    <a:pt x="786" y="1435"/>
                    <a:pt x="796" y="1442"/>
                    <a:pt x="806" y="1442"/>
                  </a:cubicBezTo>
                  <a:cubicBezTo>
                    <a:pt x="816" y="1442"/>
                    <a:pt x="830" y="1439"/>
                    <a:pt x="840" y="1432"/>
                  </a:cubicBezTo>
                  <a:cubicBezTo>
                    <a:pt x="864" y="1419"/>
                    <a:pt x="888" y="1391"/>
                    <a:pt x="905" y="1353"/>
                  </a:cubicBezTo>
                  <a:cubicBezTo>
                    <a:pt x="942" y="1276"/>
                    <a:pt x="942" y="1187"/>
                    <a:pt x="905" y="1154"/>
                  </a:cubicBezTo>
                  <a:lnTo>
                    <a:pt x="602" y="857"/>
                  </a:lnTo>
                  <a:lnTo>
                    <a:pt x="905" y="215"/>
                  </a:lnTo>
                  <a:cubicBezTo>
                    <a:pt x="942" y="140"/>
                    <a:pt x="942" y="48"/>
                    <a:pt x="905" y="15"/>
                  </a:cubicBezTo>
                  <a:cubicBezTo>
                    <a:pt x="894" y="4"/>
                    <a:pt x="885" y="1"/>
                    <a:pt x="871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2339100" y="2541450"/>
              <a:ext cx="1222175" cy="751125"/>
            </a:xfrm>
            <a:custGeom>
              <a:rect b="b" l="l" r="r" t="t"/>
              <a:pathLst>
                <a:path extrusionOk="0" h="30045" w="48887">
                  <a:moveTo>
                    <a:pt x="48591" y="1"/>
                  </a:moveTo>
                  <a:cubicBezTo>
                    <a:pt x="48519" y="1"/>
                    <a:pt x="48438" y="24"/>
                    <a:pt x="48352" y="73"/>
                  </a:cubicBezTo>
                  <a:lnTo>
                    <a:pt x="534" y="27670"/>
                  </a:lnTo>
                  <a:cubicBezTo>
                    <a:pt x="239" y="27839"/>
                    <a:pt x="1" y="28251"/>
                    <a:pt x="1" y="28591"/>
                  </a:cubicBezTo>
                  <a:lnTo>
                    <a:pt x="1" y="29665"/>
                  </a:lnTo>
                  <a:cubicBezTo>
                    <a:pt x="1" y="29906"/>
                    <a:pt x="120" y="30044"/>
                    <a:pt x="295" y="30044"/>
                  </a:cubicBezTo>
                  <a:cubicBezTo>
                    <a:pt x="367" y="30044"/>
                    <a:pt x="448" y="30021"/>
                    <a:pt x="534" y="29971"/>
                  </a:cubicBezTo>
                  <a:lnTo>
                    <a:pt x="48352" y="2378"/>
                  </a:lnTo>
                  <a:cubicBezTo>
                    <a:pt x="48649" y="2209"/>
                    <a:pt x="48887" y="1797"/>
                    <a:pt x="48887" y="1457"/>
                  </a:cubicBezTo>
                  <a:lnTo>
                    <a:pt x="48887" y="382"/>
                  </a:lnTo>
                  <a:cubicBezTo>
                    <a:pt x="48887" y="141"/>
                    <a:pt x="48767" y="1"/>
                    <a:pt x="4859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3523600" y="2556875"/>
              <a:ext cx="30625" cy="43975"/>
            </a:xfrm>
            <a:custGeom>
              <a:rect b="b" l="l" r="r" t="t"/>
              <a:pathLst>
                <a:path extrusionOk="0" h="1759" w="1225">
                  <a:moveTo>
                    <a:pt x="633" y="10"/>
                  </a:moveTo>
                  <a:cubicBezTo>
                    <a:pt x="643" y="10"/>
                    <a:pt x="653" y="18"/>
                    <a:pt x="660" y="27"/>
                  </a:cubicBezTo>
                  <a:lnTo>
                    <a:pt x="799" y="324"/>
                  </a:lnTo>
                  <a:cubicBezTo>
                    <a:pt x="806" y="340"/>
                    <a:pt x="817" y="348"/>
                    <a:pt x="831" y="348"/>
                  </a:cubicBezTo>
                  <a:cubicBezTo>
                    <a:pt x="837" y="348"/>
                    <a:pt x="843" y="347"/>
                    <a:pt x="850" y="344"/>
                  </a:cubicBezTo>
                  <a:lnTo>
                    <a:pt x="1163" y="225"/>
                  </a:lnTo>
                  <a:cubicBezTo>
                    <a:pt x="1168" y="224"/>
                    <a:pt x="1173" y="223"/>
                    <a:pt x="1177" y="223"/>
                  </a:cubicBezTo>
                  <a:cubicBezTo>
                    <a:pt x="1184" y="223"/>
                    <a:pt x="1191" y="225"/>
                    <a:pt x="1197" y="231"/>
                  </a:cubicBezTo>
                  <a:cubicBezTo>
                    <a:pt x="1211" y="249"/>
                    <a:pt x="1214" y="293"/>
                    <a:pt x="1190" y="337"/>
                  </a:cubicBezTo>
                  <a:lnTo>
                    <a:pt x="963" y="762"/>
                  </a:lnTo>
                  <a:cubicBezTo>
                    <a:pt x="949" y="789"/>
                    <a:pt x="942" y="820"/>
                    <a:pt x="946" y="843"/>
                  </a:cubicBezTo>
                  <a:lnTo>
                    <a:pt x="1000" y="1228"/>
                  </a:lnTo>
                  <a:cubicBezTo>
                    <a:pt x="1003" y="1268"/>
                    <a:pt x="983" y="1316"/>
                    <a:pt x="959" y="1339"/>
                  </a:cubicBezTo>
                  <a:cubicBezTo>
                    <a:pt x="946" y="1353"/>
                    <a:pt x="932" y="1360"/>
                    <a:pt x="919" y="1360"/>
                  </a:cubicBezTo>
                  <a:lnTo>
                    <a:pt x="640" y="1323"/>
                  </a:lnTo>
                  <a:cubicBezTo>
                    <a:pt x="619" y="1323"/>
                    <a:pt x="595" y="1336"/>
                    <a:pt x="578" y="1360"/>
                  </a:cubicBezTo>
                  <a:lnTo>
                    <a:pt x="296" y="1717"/>
                  </a:lnTo>
                  <a:cubicBezTo>
                    <a:pt x="282" y="1736"/>
                    <a:pt x="265" y="1746"/>
                    <a:pt x="250" y="1746"/>
                  </a:cubicBezTo>
                  <a:cubicBezTo>
                    <a:pt x="246" y="1746"/>
                    <a:pt x="242" y="1746"/>
                    <a:pt x="238" y="1744"/>
                  </a:cubicBezTo>
                  <a:cubicBezTo>
                    <a:pt x="225" y="1738"/>
                    <a:pt x="214" y="1714"/>
                    <a:pt x="218" y="1686"/>
                  </a:cubicBezTo>
                  <a:lnTo>
                    <a:pt x="272" y="1242"/>
                  </a:lnTo>
                  <a:cubicBezTo>
                    <a:pt x="276" y="1211"/>
                    <a:pt x="269" y="1184"/>
                    <a:pt x="252" y="1173"/>
                  </a:cubicBezTo>
                  <a:lnTo>
                    <a:pt x="28" y="1010"/>
                  </a:lnTo>
                  <a:cubicBezTo>
                    <a:pt x="18" y="1003"/>
                    <a:pt x="10" y="989"/>
                    <a:pt x="10" y="969"/>
                  </a:cubicBezTo>
                  <a:cubicBezTo>
                    <a:pt x="10" y="931"/>
                    <a:pt x="31" y="884"/>
                    <a:pt x="62" y="860"/>
                  </a:cubicBezTo>
                  <a:lnTo>
                    <a:pt x="374" y="622"/>
                  </a:lnTo>
                  <a:cubicBezTo>
                    <a:pt x="395" y="605"/>
                    <a:pt x="412" y="578"/>
                    <a:pt x="418" y="548"/>
                  </a:cubicBezTo>
                  <a:lnTo>
                    <a:pt x="561" y="89"/>
                  </a:lnTo>
                  <a:cubicBezTo>
                    <a:pt x="575" y="41"/>
                    <a:pt x="609" y="10"/>
                    <a:pt x="633" y="10"/>
                  </a:cubicBezTo>
                  <a:close/>
                  <a:moveTo>
                    <a:pt x="630" y="0"/>
                  </a:moveTo>
                  <a:cubicBezTo>
                    <a:pt x="599" y="4"/>
                    <a:pt x="564" y="38"/>
                    <a:pt x="551" y="89"/>
                  </a:cubicBezTo>
                  <a:lnTo>
                    <a:pt x="412" y="544"/>
                  </a:lnTo>
                  <a:cubicBezTo>
                    <a:pt x="401" y="572"/>
                    <a:pt x="385" y="599"/>
                    <a:pt x="368" y="612"/>
                  </a:cubicBezTo>
                  <a:lnTo>
                    <a:pt x="54" y="854"/>
                  </a:lnTo>
                  <a:cubicBezTo>
                    <a:pt x="18" y="881"/>
                    <a:pt x="1" y="931"/>
                    <a:pt x="1" y="969"/>
                  </a:cubicBezTo>
                  <a:cubicBezTo>
                    <a:pt x="1" y="993"/>
                    <a:pt x="7" y="1010"/>
                    <a:pt x="21" y="1020"/>
                  </a:cubicBezTo>
                  <a:lnTo>
                    <a:pt x="249" y="1184"/>
                  </a:lnTo>
                  <a:cubicBezTo>
                    <a:pt x="258" y="1190"/>
                    <a:pt x="266" y="1211"/>
                    <a:pt x="263" y="1237"/>
                  </a:cubicBezTo>
                  <a:lnTo>
                    <a:pt x="208" y="1683"/>
                  </a:lnTo>
                  <a:cubicBezTo>
                    <a:pt x="205" y="1721"/>
                    <a:pt x="214" y="1744"/>
                    <a:pt x="235" y="1755"/>
                  </a:cubicBezTo>
                  <a:cubicBezTo>
                    <a:pt x="238" y="1755"/>
                    <a:pt x="245" y="1758"/>
                    <a:pt x="249" y="1758"/>
                  </a:cubicBezTo>
                  <a:cubicBezTo>
                    <a:pt x="269" y="1758"/>
                    <a:pt x="289" y="1744"/>
                    <a:pt x="307" y="1721"/>
                  </a:cubicBezTo>
                  <a:lnTo>
                    <a:pt x="585" y="1364"/>
                  </a:lnTo>
                  <a:cubicBezTo>
                    <a:pt x="602" y="1344"/>
                    <a:pt x="622" y="1333"/>
                    <a:pt x="636" y="1333"/>
                  </a:cubicBezTo>
                  <a:lnTo>
                    <a:pt x="915" y="1370"/>
                  </a:lnTo>
                  <a:cubicBezTo>
                    <a:pt x="932" y="1370"/>
                    <a:pt x="949" y="1364"/>
                    <a:pt x="966" y="1347"/>
                  </a:cubicBezTo>
                  <a:cubicBezTo>
                    <a:pt x="993" y="1319"/>
                    <a:pt x="1017" y="1272"/>
                    <a:pt x="1010" y="1228"/>
                  </a:cubicBezTo>
                  <a:lnTo>
                    <a:pt x="956" y="843"/>
                  </a:lnTo>
                  <a:cubicBezTo>
                    <a:pt x="952" y="820"/>
                    <a:pt x="959" y="793"/>
                    <a:pt x="972" y="765"/>
                  </a:cubicBezTo>
                  <a:lnTo>
                    <a:pt x="1201" y="340"/>
                  </a:lnTo>
                  <a:cubicBezTo>
                    <a:pt x="1221" y="296"/>
                    <a:pt x="1225" y="249"/>
                    <a:pt x="1204" y="225"/>
                  </a:cubicBezTo>
                  <a:cubicBezTo>
                    <a:pt x="1197" y="216"/>
                    <a:pt x="1187" y="211"/>
                    <a:pt x="1176" y="211"/>
                  </a:cubicBezTo>
                  <a:cubicBezTo>
                    <a:pt x="1171" y="211"/>
                    <a:pt x="1165" y="212"/>
                    <a:pt x="1160" y="214"/>
                  </a:cubicBezTo>
                  <a:lnTo>
                    <a:pt x="847" y="337"/>
                  </a:lnTo>
                  <a:cubicBezTo>
                    <a:pt x="842" y="339"/>
                    <a:pt x="838" y="339"/>
                    <a:pt x="834" y="339"/>
                  </a:cubicBezTo>
                  <a:cubicBezTo>
                    <a:pt x="823" y="339"/>
                    <a:pt x="814" y="332"/>
                    <a:pt x="806" y="320"/>
                  </a:cubicBezTo>
                  <a:lnTo>
                    <a:pt x="666" y="24"/>
                  </a:lnTo>
                  <a:cubicBezTo>
                    <a:pt x="660" y="7"/>
                    <a:pt x="646" y="0"/>
                    <a:pt x="63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3571625" y="2509175"/>
              <a:ext cx="47950" cy="30900"/>
            </a:xfrm>
            <a:custGeom>
              <a:rect b="b" l="l" r="r" t="t"/>
              <a:pathLst>
                <a:path extrusionOk="0" h="1236" w="1918">
                  <a:moveTo>
                    <a:pt x="1707" y="1"/>
                  </a:moveTo>
                  <a:cubicBezTo>
                    <a:pt x="1676" y="1"/>
                    <a:pt x="1646" y="11"/>
                    <a:pt x="1615" y="24"/>
                  </a:cubicBezTo>
                  <a:lnTo>
                    <a:pt x="120" y="892"/>
                  </a:lnTo>
                  <a:cubicBezTo>
                    <a:pt x="31" y="942"/>
                    <a:pt x="0" y="1055"/>
                    <a:pt x="51" y="1143"/>
                  </a:cubicBezTo>
                  <a:cubicBezTo>
                    <a:pt x="85" y="1201"/>
                    <a:pt x="146" y="1235"/>
                    <a:pt x="211" y="1235"/>
                  </a:cubicBezTo>
                  <a:cubicBezTo>
                    <a:pt x="242" y="1235"/>
                    <a:pt x="275" y="1225"/>
                    <a:pt x="303" y="1208"/>
                  </a:cubicBezTo>
                  <a:lnTo>
                    <a:pt x="1799" y="344"/>
                  </a:lnTo>
                  <a:cubicBezTo>
                    <a:pt x="1887" y="294"/>
                    <a:pt x="1918" y="181"/>
                    <a:pt x="1866" y="93"/>
                  </a:cubicBezTo>
                  <a:cubicBezTo>
                    <a:pt x="1833" y="35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3571625" y="2530775"/>
              <a:ext cx="47950" cy="30875"/>
            </a:xfrm>
            <a:custGeom>
              <a:rect b="b" l="l" r="r" t="t"/>
              <a:pathLst>
                <a:path extrusionOk="0" h="1235" w="1918">
                  <a:moveTo>
                    <a:pt x="1707" y="1"/>
                  </a:moveTo>
                  <a:cubicBezTo>
                    <a:pt x="1676" y="1"/>
                    <a:pt x="1646" y="11"/>
                    <a:pt x="1615" y="28"/>
                  </a:cubicBezTo>
                  <a:lnTo>
                    <a:pt x="120" y="891"/>
                  </a:lnTo>
                  <a:cubicBezTo>
                    <a:pt x="31" y="942"/>
                    <a:pt x="0" y="1054"/>
                    <a:pt x="51" y="1143"/>
                  </a:cubicBezTo>
                  <a:cubicBezTo>
                    <a:pt x="85" y="1200"/>
                    <a:pt x="146" y="1235"/>
                    <a:pt x="211" y="1235"/>
                  </a:cubicBezTo>
                  <a:cubicBezTo>
                    <a:pt x="242" y="1235"/>
                    <a:pt x="275" y="1228"/>
                    <a:pt x="303" y="1211"/>
                  </a:cubicBezTo>
                  <a:lnTo>
                    <a:pt x="1799" y="344"/>
                  </a:lnTo>
                  <a:cubicBezTo>
                    <a:pt x="1887" y="296"/>
                    <a:pt x="1918" y="180"/>
                    <a:pt x="1866" y="92"/>
                  </a:cubicBezTo>
                  <a:cubicBezTo>
                    <a:pt x="1833" y="34"/>
                    <a:pt x="1772" y="1"/>
                    <a:pt x="1707" y="1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3571625" y="2552450"/>
              <a:ext cx="47950" cy="30775"/>
            </a:xfrm>
            <a:custGeom>
              <a:rect b="b" l="l" r="r" t="t"/>
              <a:pathLst>
                <a:path extrusionOk="0" h="1231" w="1918">
                  <a:moveTo>
                    <a:pt x="1707" y="0"/>
                  </a:moveTo>
                  <a:cubicBezTo>
                    <a:pt x="1676" y="0"/>
                    <a:pt x="1646" y="7"/>
                    <a:pt x="1615" y="24"/>
                  </a:cubicBezTo>
                  <a:lnTo>
                    <a:pt x="120" y="888"/>
                  </a:lnTo>
                  <a:cubicBezTo>
                    <a:pt x="31" y="939"/>
                    <a:pt x="0" y="1051"/>
                    <a:pt x="51" y="1139"/>
                  </a:cubicBezTo>
                  <a:cubicBezTo>
                    <a:pt x="85" y="1197"/>
                    <a:pt x="146" y="1231"/>
                    <a:pt x="211" y="1231"/>
                  </a:cubicBezTo>
                  <a:cubicBezTo>
                    <a:pt x="242" y="1231"/>
                    <a:pt x="275" y="1224"/>
                    <a:pt x="303" y="1207"/>
                  </a:cubicBezTo>
                  <a:lnTo>
                    <a:pt x="1799" y="344"/>
                  </a:lnTo>
                  <a:cubicBezTo>
                    <a:pt x="1887" y="293"/>
                    <a:pt x="1918" y="181"/>
                    <a:pt x="1866" y="93"/>
                  </a:cubicBezTo>
                  <a:cubicBezTo>
                    <a:pt x="1833" y="31"/>
                    <a:pt x="1772" y="0"/>
                    <a:pt x="1707" y="0"/>
                  </a:cubicBezTo>
                  <a:close/>
                </a:path>
              </a:pathLst>
            </a:custGeom>
            <a:solidFill>
              <a:srgbClr val="95A0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2139625" y="3312825"/>
              <a:ext cx="25025" cy="100825"/>
            </a:xfrm>
            <a:custGeom>
              <a:rect b="b" l="l" r="r" t="t"/>
              <a:pathLst>
                <a:path extrusionOk="0" h="4033" w="1001">
                  <a:moveTo>
                    <a:pt x="1" y="0"/>
                  </a:moveTo>
                  <a:lnTo>
                    <a:pt x="1" y="3458"/>
                  </a:lnTo>
                  <a:lnTo>
                    <a:pt x="1000" y="4033"/>
                  </a:lnTo>
                  <a:lnTo>
                    <a:pt x="1000" y="5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1566000" y="2051525"/>
              <a:ext cx="1471450" cy="930100"/>
            </a:xfrm>
            <a:custGeom>
              <a:rect b="b" l="l" r="r" t="t"/>
              <a:pathLst>
                <a:path extrusionOk="0" h="37204" w="58858">
                  <a:moveTo>
                    <a:pt x="58564" y="1"/>
                  </a:moveTo>
                  <a:cubicBezTo>
                    <a:pt x="58493" y="1"/>
                    <a:pt x="58412" y="24"/>
                    <a:pt x="58327" y="73"/>
                  </a:cubicBezTo>
                  <a:lnTo>
                    <a:pt x="531" y="33439"/>
                  </a:lnTo>
                  <a:cubicBezTo>
                    <a:pt x="238" y="33609"/>
                    <a:pt x="0" y="34021"/>
                    <a:pt x="0" y="34361"/>
                  </a:cubicBezTo>
                  <a:lnTo>
                    <a:pt x="0" y="37203"/>
                  </a:lnTo>
                  <a:lnTo>
                    <a:pt x="1466" y="36356"/>
                  </a:lnTo>
                  <a:cubicBezTo>
                    <a:pt x="1758" y="36187"/>
                    <a:pt x="1996" y="35776"/>
                    <a:pt x="1996" y="35435"/>
                  </a:cubicBezTo>
                  <a:lnTo>
                    <a:pt x="1996" y="34361"/>
                  </a:lnTo>
                  <a:cubicBezTo>
                    <a:pt x="1996" y="34021"/>
                    <a:pt x="2234" y="33609"/>
                    <a:pt x="2530" y="33439"/>
                  </a:cubicBezTo>
                  <a:lnTo>
                    <a:pt x="15432" y="25991"/>
                  </a:lnTo>
                  <a:cubicBezTo>
                    <a:pt x="15518" y="25941"/>
                    <a:pt x="15598" y="25917"/>
                    <a:pt x="15670" y="25917"/>
                  </a:cubicBezTo>
                  <a:cubicBezTo>
                    <a:pt x="15843" y="25917"/>
                    <a:pt x="15963" y="26056"/>
                    <a:pt x="15963" y="26297"/>
                  </a:cubicBezTo>
                  <a:lnTo>
                    <a:pt x="15963" y="27374"/>
                  </a:lnTo>
                  <a:cubicBezTo>
                    <a:pt x="15963" y="27613"/>
                    <a:pt x="16082" y="27753"/>
                    <a:pt x="16257" y="27753"/>
                  </a:cubicBezTo>
                  <a:cubicBezTo>
                    <a:pt x="16328" y="27753"/>
                    <a:pt x="16408" y="27730"/>
                    <a:pt x="16493" y="27680"/>
                  </a:cubicBezTo>
                  <a:lnTo>
                    <a:pt x="58857" y="3222"/>
                  </a:lnTo>
                  <a:lnTo>
                    <a:pt x="58857" y="379"/>
                  </a:lnTo>
                  <a:cubicBezTo>
                    <a:pt x="58857" y="139"/>
                    <a:pt x="58738" y="1"/>
                    <a:pt x="585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1541000" y="3053575"/>
              <a:ext cx="35800" cy="1132975"/>
            </a:xfrm>
            <a:custGeom>
              <a:rect b="b" l="l" r="r" t="t"/>
              <a:pathLst>
                <a:path extrusionOk="0" h="45319" w="1432">
                  <a:moveTo>
                    <a:pt x="1432" y="45232"/>
                  </a:moveTo>
                  <a:lnTo>
                    <a:pt x="1432" y="45232"/>
                  </a:lnTo>
                  <a:cubicBezTo>
                    <a:pt x="1428" y="45233"/>
                    <a:pt x="1425" y="45234"/>
                    <a:pt x="1421" y="45236"/>
                  </a:cubicBezTo>
                  <a:lnTo>
                    <a:pt x="1421" y="45236"/>
                  </a:lnTo>
                  <a:cubicBezTo>
                    <a:pt x="1425" y="45235"/>
                    <a:pt x="1429" y="45233"/>
                    <a:pt x="1432" y="45232"/>
                  </a:cubicBezTo>
                  <a:close/>
                  <a:moveTo>
                    <a:pt x="1421" y="45236"/>
                  </a:moveTo>
                  <a:cubicBezTo>
                    <a:pt x="1417" y="45237"/>
                    <a:pt x="1412" y="45238"/>
                    <a:pt x="1408" y="45238"/>
                  </a:cubicBezTo>
                  <a:cubicBezTo>
                    <a:pt x="1404" y="45241"/>
                    <a:pt x="1400" y="45243"/>
                    <a:pt x="1396" y="45245"/>
                  </a:cubicBezTo>
                  <a:lnTo>
                    <a:pt x="1396" y="45245"/>
                  </a:lnTo>
                  <a:cubicBezTo>
                    <a:pt x="1405" y="45242"/>
                    <a:pt x="1413" y="45239"/>
                    <a:pt x="1421" y="45236"/>
                  </a:cubicBezTo>
                  <a:close/>
                  <a:moveTo>
                    <a:pt x="1" y="1"/>
                  </a:moveTo>
                  <a:lnTo>
                    <a:pt x="4" y="44304"/>
                  </a:lnTo>
                  <a:cubicBezTo>
                    <a:pt x="4" y="44643"/>
                    <a:pt x="225" y="45045"/>
                    <a:pt x="504" y="45205"/>
                  </a:cubicBezTo>
                  <a:cubicBezTo>
                    <a:pt x="633" y="45279"/>
                    <a:pt x="802" y="45319"/>
                    <a:pt x="976" y="45319"/>
                  </a:cubicBezTo>
                  <a:cubicBezTo>
                    <a:pt x="1022" y="45319"/>
                    <a:pt x="1069" y="45316"/>
                    <a:pt x="1116" y="45310"/>
                  </a:cubicBezTo>
                  <a:cubicBezTo>
                    <a:pt x="1143" y="45310"/>
                    <a:pt x="1170" y="45304"/>
                    <a:pt x="1194" y="45299"/>
                  </a:cubicBezTo>
                  <a:cubicBezTo>
                    <a:pt x="1215" y="45299"/>
                    <a:pt x="1231" y="45293"/>
                    <a:pt x="1245" y="45290"/>
                  </a:cubicBezTo>
                  <a:cubicBezTo>
                    <a:pt x="1272" y="45286"/>
                    <a:pt x="1296" y="45279"/>
                    <a:pt x="1320" y="45273"/>
                  </a:cubicBezTo>
                  <a:cubicBezTo>
                    <a:pt x="1333" y="45269"/>
                    <a:pt x="1347" y="45266"/>
                    <a:pt x="1358" y="45259"/>
                  </a:cubicBezTo>
                  <a:cubicBezTo>
                    <a:pt x="1370" y="45256"/>
                    <a:pt x="1383" y="45252"/>
                    <a:pt x="1396" y="45245"/>
                  </a:cubicBezTo>
                  <a:lnTo>
                    <a:pt x="1396" y="45245"/>
                  </a:lnTo>
                  <a:cubicBezTo>
                    <a:pt x="1391" y="45247"/>
                    <a:pt x="1386" y="45248"/>
                    <a:pt x="1381" y="45249"/>
                  </a:cubicBezTo>
                  <a:lnTo>
                    <a:pt x="1367" y="45249"/>
                  </a:lnTo>
                  <a:cubicBezTo>
                    <a:pt x="1344" y="45255"/>
                    <a:pt x="1320" y="45259"/>
                    <a:pt x="1296" y="45259"/>
                  </a:cubicBezTo>
                  <a:cubicBezTo>
                    <a:pt x="1123" y="45259"/>
                    <a:pt x="1000" y="45120"/>
                    <a:pt x="1000" y="44878"/>
                  </a:cubicBezTo>
                  <a:lnTo>
                    <a:pt x="1000" y="5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1840350" y="3055800"/>
              <a:ext cx="28850" cy="184975"/>
            </a:xfrm>
            <a:custGeom>
              <a:rect b="b" l="l" r="r" t="t"/>
              <a:pathLst>
                <a:path extrusionOk="0" h="7399" w="1154">
                  <a:moveTo>
                    <a:pt x="157" y="0"/>
                  </a:moveTo>
                  <a:cubicBezTo>
                    <a:pt x="99" y="102"/>
                    <a:pt x="52" y="218"/>
                    <a:pt x="24" y="326"/>
                  </a:cubicBezTo>
                  <a:cubicBezTo>
                    <a:pt x="15" y="371"/>
                    <a:pt x="7" y="415"/>
                    <a:pt x="1" y="459"/>
                  </a:cubicBezTo>
                  <a:lnTo>
                    <a:pt x="1" y="524"/>
                  </a:lnTo>
                  <a:lnTo>
                    <a:pt x="1" y="6820"/>
                  </a:lnTo>
                  <a:lnTo>
                    <a:pt x="1000" y="7398"/>
                  </a:lnTo>
                  <a:lnTo>
                    <a:pt x="1000" y="1098"/>
                  </a:lnTo>
                  <a:cubicBezTo>
                    <a:pt x="1000" y="929"/>
                    <a:pt x="1058" y="741"/>
                    <a:pt x="1154" y="575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7" name="Google Shape;567;p23"/>
          <p:cNvSpPr txBox="1"/>
          <p:nvPr/>
        </p:nvSpPr>
        <p:spPr>
          <a:xfrm>
            <a:off x="649400" y="3020550"/>
            <a:ext cx="376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DevOps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is a set of practices that combines </a:t>
            </a:r>
            <a:r>
              <a:rPr lang="en" sz="1050">
                <a:solidFill>
                  <a:srgbClr val="0B008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software development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i="1" lang="en" sz="1050">
                <a:solidFill>
                  <a:srgbClr val="202122"/>
                </a:solidFill>
                <a:highlight>
                  <a:srgbClr val="FFFFFF"/>
                </a:highlight>
              </a:rPr>
              <a:t>Dev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) and </a:t>
            </a:r>
            <a:r>
              <a:rPr lang="en" sz="1050">
                <a:solidFill>
                  <a:srgbClr val="0B0080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 operations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i="1" lang="en" sz="1050">
                <a:solidFill>
                  <a:srgbClr val="202122"/>
                </a:solidFill>
                <a:highlight>
                  <a:srgbClr val="FFFFFF"/>
                </a:highlight>
              </a:rPr>
              <a:t>Ops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"/>
          <p:cNvSpPr txBox="1"/>
          <p:nvPr>
            <p:ph type="title"/>
          </p:nvPr>
        </p:nvSpPr>
        <p:spPr>
          <a:xfrm>
            <a:off x="856201" y="1666525"/>
            <a:ext cx="32568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a Devops ?</a:t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p24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577" name="Google Shape;577;p24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833150"/>
            <a:ext cx="5715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6"/>
          <p:cNvSpPr txBox="1"/>
          <p:nvPr>
            <p:ph type="title"/>
          </p:nvPr>
        </p:nvSpPr>
        <p:spPr>
          <a:xfrm flipH="1">
            <a:off x="856275" y="1705550"/>
            <a:ext cx="4870500" cy="27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 by a devops</a:t>
            </a:r>
            <a:r>
              <a:rPr lang="en"/>
              <a:t> 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810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621375"/>
            <a:ext cx="64008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"/>
          <p:cNvSpPr txBox="1"/>
          <p:nvPr>
            <p:ph type="title"/>
          </p:nvPr>
        </p:nvSpPr>
        <p:spPr>
          <a:xfrm>
            <a:off x="856201" y="1666525"/>
            <a:ext cx="28332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DevOPs in the world</a:t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5" name="Google Shape;605;p29"/>
          <p:cNvGrpSpPr/>
          <p:nvPr/>
        </p:nvGrpSpPr>
        <p:grpSpPr>
          <a:xfrm>
            <a:off x="4302508" y="2403742"/>
            <a:ext cx="790685" cy="1839751"/>
            <a:chOff x="4593707" y="2226241"/>
            <a:chExt cx="711368" cy="1655196"/>
          </a:xfrm>
        </p:grpSpPr>
        <p:sp>
          <p:nvSpPr>
            <p:cNvPr id="606" name="Google Shape;606;p29"/>
            <p:cNvSpPr/>
            <p:nvPr/>
          </p:nvSpPr>
          <p:spPr>
            <a:xfrm>
              <a:off x="4593707" y="3585540"/>
              <a:ext cx="681250" cy="295897"/>
            </a:xfrm>
            <a:custGeom>
              <a:rect b="b" l="l" r="r" t="t"/>
              <a:pathLst>
                <a:path extrusionOk="0" h="6728" w="15490">
                  <a:moveTo>
                    <a:pt x="7746" y="1"/>
                  </a:moveTo>
                  <a:cubicBezTo>
                    <a:pt x="5941" y="1"/>
                    <a:pt x="4134" y="328"/>
                    <a:pt x="2755" y="984"/>
                  </a:cubicBezTo>
                  <a:cubicBezTo>
                    <a:pt x="1" y="2298"/>
                    <a:pt x="1" y="4427"/>
                    <a:pt x="2755" y="5742"/>
                  </a:cubicBezTo>
                  <a:cubicBezTo>
                    <a:pt x="4134" y="6399"/>
                    <a:pt x="5941" y="6727"/>
                    <a:pt x="7746" y="6727"/>
                  </a:cubicBezTo>
                  <a:cubicBezTo>
                    <a:pt x="9552" y="6727"/>
                    <a:pt x="11358" y="6399"/>
                    <a:pt x="12735" y="5742"/>
                  </a:cubicBezTo>
                  <a:cubicBezTo>
                    <a:pt x="15489" y="4427"/>
                    <a:pt x="15489" y="2298"/>
                    <a:pt x="12735" y="984"/>
                  </a:cubicBezTo>
                  <a:cubicBezTo>
                    <a:pt x="11358" y="328"/>
                    <a:pt x="9552" y="1"/>
                    <a:pt x="774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4723093" y="2551245"/>
              <a:ext cx="42837" cy="166156"/>
            </a:xfrm>
            <a:custGeom>
              <a:rect b="b" l="l" r="r" t="t"/>
              <a:pathLst>
                <a:path extrusionOk="0" h="3778" w="974">
                  <a:moveTo>
                    <a:pt x="974" y="0"/>
                  </a:moveTo>
                  <a:cubicBezTo>
                    <a:pt x="510" y="0"/>
                    <a:pt x="93" y="416"/>
                    <a:pt x="93" y="1618"/>
                  </a:cubicBezTo>
                  <a:cubicBezTo>
                    <a:pt x="93" y="2815"/>
                    <a:pt x="1" y="3778"/>
                    <a:pt x="735" y="3778"/>
                  </a:cubicBezTo>
                  <a:lnTo>
                    <a:pt x="974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4727051" y="2553048"/>
              <a:ext cx="28367" cy="160923"/>
            </a:xfrm>
            <a:custGeom>
              <a:rect b="b" l="l" r="r" t="t"/>
              <a:pathLst>
                <a:path extrusionOk="0" h="3659" w="645">
                  <a:moveTo>
                    <a:pt x="645" y="0"/>
                  </a:moveTo>
                  <a:cubicBezTo>
                    <a:pt x="287" y="130"/>
                    <a:pt x="3" y="587"/>
                    <a:pt x="3" y="1577"/>
                  </a:cubicBezTo>
                  <a:cubicBezTo>
                    <a:pt x="3" y="1819"/>
                    <a:pt x="0" y="2054"/>
                    <a:pt x="0" y="2270"/>
                  </a:cubicBezTo>
                  <a:cubicBezTo>
                    <a:pt x="0" y="2946"/>
                    <a:pt x="37" y="3467"/>
                    <a:pt x="341" y="3658"/>
                  </a:cubicBezTo>
                  <a:cubicBezTo>
                    <a:pt x="440" y="3331"/>
                    <a:pt x="542" y="2993"/>
                    <a:pt x="645" y="2662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4755374" y="2503352"/>
              <a:ext cx="262737" cy="436853"/>
            </a:xfrm>
            <a:custGeom>
              <a:rect b="b" l="l" r="r" t="t"/>
              <a:pathLst>
                <a:path extrusionOk="0" h="9933" w="5974">
                  <a:moveTo>
                    <a:pt x="103" y="1"/>
                  </a:moveTo>
                  <a:cubicBezTo>
                    <a:pt x="48" y="1"/>
                    <a:pt x="1" y="45"/>
                    <a:pt x="1" y="103"/>
                  </a:cubicBezTo>
                  <a:lnTo>
                    <a:pt x="1" y="9830"/>
                  </a:lnTo>
                  <a:cubicBezTo>
                    <a:pt x="1" y="9887"/>
                    <a:pt x="48" y="9932"/>
                    <a:pt x="103" y="9932"/>
                  </a:cubicBezTo>
                  <a:lnTo>
                    <a:pt x="5871" y="9932"/>
                  </a:lnTo>
                  <a:cubicBezTo>
                    <a:pt x="5930" y="9932"/>
                    <a:pt x="5974" y="9887"/>
                    <a:pt x="5974" y="9830"/>
                  </a:cubicBezTo>
                  <a:lnTo>
                    <a:pt x="5974" y="103"/>
                  </a:lnTo>
                  <a:cubicBezTo>
                    <a:pt x="5974" y="45"/>
                    <a:pt x="5930" y="1"/>
                    <a:pt x="58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5043435" y="2527496"/>
              <a:ext cx="112633" cy="162770"/>
            </a:xfrm>
            <a:custGeom>
              <a:rect b="b" l="l" r="r" t="t"/>
              <a:pathLst>
                <a:path extrusionOk="0" h="3701" w="2561">
                  <a:moveTo>
                    <a:pt x="0" y="0"/>
                  </a:moveTo>
                  <a:lnTo>
                    <a:pt x="0" y="3700"/>
                  </a:lnTo>
                  <a:lnTo>
                    <a:pt x="2560" y="3700"/>
                  </a:lnTo>
                  <a:lnTo>
                    <a:pt x="1809" y="953"/>
                  </a:lnTo>
                  <a:cubicBezTo>
                    <a:pt x="1659" y="389"/>
                    <a:pt x="1147" y="0"/>
                    <a:pt x="567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4718168" y="2536952"/>
              <a:ext cx="182869" cy="280153"/>
            </a:xfrm>
            <a:custGeom>
              <a:rect b="b" l="l" r="r" t="t"/>
              <a:pathLst>
                <a:path extrusionOk="0" h="6370" w="4158">
                  <a:moveTo>
                    <a:pt x="2953" y="1"/>
                  </a:moveTo>
                  <a:cubicBezTo>
                    <a:pt x="2403" y="62"/>
                    <a:pt x="1857" y="130"/>
                    <a:pt x="1400" y="1359"/>
                  </a:cubicBezTo>
                  <a:cubicBezTo>
                    <a:pt x="1052" y="2294"/>
                    <a:pt x="386" y="4533"/>
                    <a:pt x="92" y="5540"/>
                  </a:cubicBezTo>
                  <a:cubicBezTo>
                    <a:pt x="1" y="5851"/>
                    <a:pt x="116" y="6182"/>
                    <a:pt x="379" y="6369"/>
                  </a:cubicBezTo>
                  <a:lnTo>
                    <a:pt x="1772" y="5462"/>
                  </a:lnTo>
                  <a:cubicBezTo>
                    <a:pt x="2212" y="4427"/>
                    <a:pt x="2895" y="2854"/>
                    <a:pt x="2895" y="2854"/>
                  </a:cubicBezTo>
                  <a:lnTo>
                    <a:pt x="3188" y="3516"/>
                  </a:lnTo>
                  <a:cubicBezTo>
                    <a:pt x="3188" y="3516"/>
                    <a:pt x="4007" y="2800"/>
                    <a:pt x="4059" y="1899"/>
                  </a:cubicBezTo>
                  <a:cubicBezTo>
                    <a:pt x="4158" y="202"/>
                    <a:pt x="2953" y="1"/>
                    <a:pt x="295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4848609" y="2226241"/>
              <a:ext cx="263308" cy="247256"/>
            </a:xfrm>
            <a:custGeom>
              <a:rect b="b" l="l" r="r" t="t"/>
              <a:pathLst>
                <a:path extrusionOk="0" h="5622" w="5987">
                  <a:moveTo>
                    <a:pt x="2994" y="1"/>
                  </a:moveTo>
                  <a:cubicBezTo>
                    <a:pt x="1342" y="1"/>
                    <a:pt x="1" y="1339"/>
                    <a:pt x="1" y="2991"/>
                  </a:cubicBezTo>
                  <a:cubicBezTo>
                    <a:pt x="1" y="4445"/>
                    <a:pt x="1181" y="5622"/>
                    <a:pt x="2632" y="5622"/>
                  </a:cubicBezTo>
                  <a:lnTo>
                    <a:pt x="3355" y="5622"/>
                  </a:lnTo>
                  <a:cubicBezTo>
                    <a:pt x="4809" y="5622"/>
                    <a:pt x="5987" y="4445"/>
                    <a:pt x="5987" y="2991"/>
                  </a:cubicBezTo>
                  <a:cubicBezTo>
                    <a:pt x="5987" y="1339"/>
                    <a:pt x="4645" y="1"/>
                    <a:pt x="2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4642832" y="3508093"/>
              <a:ext cx="178471" cy="183397"/>
            </a:xfrm>
            <a:custGeom>
              <a:rect b="b" l="l" r="r" t="t"/>
              <a:pathLst>
                <a:path extrusionOk="0" h="4170" w="4058">
                  <a:moveTo>
                    <a:pt x="934" y="1"/>
                  </a:moveTo>
                  <a:cubicBezTo>
                    <a:pt x="761" y="1"/>
                    <a:pt x="629" y="239"/>
                    <a:pt x="454" y="434"/>
                  </a:cubicBezTo>
                  <a:cubicBezTo>
                    <a:pt x="310" y="598"/>
                    <a:pt x="82" y="857"/>
                    <a:pt x="48" y="1045"/>
                  </a:cubicBezTo>
                  <a:cubicBezTo>
                    <a:pt x="0" y="1322"/>
                    <a:pt x="249" y="1755"/>
                    <a:pt x="523" y="1994"/>
                  </a:cubicBezTo>
                  <a:cubicBezTo>
                    <a:pt x="799" y="2236"/>
                    <a:pt x="1120" y="2407"/>
                    <a:pt x="1219" y="2932"/>
                  </a:cubicBezTo>
                  <a:cubicBezTo>
                    <a:pt x="1321" y="3458"/>
                    <a:pt x="1522" y="3769"/>
                    <a:pt x="2068" y="4004"/>
                  </a:cubicBezTo>
                  <a:cubicBezTo>
                    <a:pt x="2340" y="4122"/>
                    <a:pt x="2652" y="4169"/>
                    <a:pt x="2939" y="4169"/>
                  </a:cubicBezTo>
                  <a:cubicBezTo>
                    <a:pt x="3283" y="4169"/>
                    <a:pt x="3588" y="4101"/>
                    <a:pt x="3738" y="4004"/>
                  </a:cubicBezTo>
                  <a:cubicBezTo>
                    <a:pt x="4058" y="3796"/>
                    <a:pt x="3765" y="3571"/>
                    <a:pt x="3314" y="2926"/>
                  </a:cubicBezTo>
                  <a:cubicBezTo>
                    <a:pt x="2727" y="2086"/>
                    <a:pt x="2270" y="1486"/>
                    <a:pt x="2270" y="700"/>
                  </a:cubicBezTo>
                  <a:lnTo>
                    <a:pt x="1038" y="28"/>
                  </a:lnTo>
                  <a:cubicBezTo>
                    <a:pt x="1001" y="9"/>
                    <a:pt x="96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4678675" y="3478979"/>
              <a:ext cx="90863" cy="77713"/>
            </a:xfrm>
            <a:custGeom>
              <a:rect b="b" l="l" r="r" t="t"/>
              <a:pathLst>
                <a:path extrusionOk="0" h="1767" w="2066">
                  <a:moveTo>
                    <a:pt x="694" y="1"/>
                  </a:moveTo>
                  <a:lnTo>
                    <a:pt x="209" y="707"/>
                  </a:lnTo>
                  <a:cubicBezTo>
                    <a:pt x="1" y="1014"/>
                    <a:pt x="66" y="1441"/>
                    <a:pt x="373" y="1649"/>
                  </a:cubicBezTo>
                  <a:cubicBezTo>
                    <a:pt x="379" y="1653"/>
                    <a:pt x="383" y="1656"/>
                    <a:pt x="390" y="1659"/>
                  </a:cubicBezTo>
                  <a:cubicBezTo>
                    <a:pt x="502" y="1732"/>
                    <a:pt x="628" y="1766"/>
                    <a:pt x="755" y="1766"/>
                  </a:cubicBezTo>
                  <a:cubicBezTo>
                    <a:pt x="960" y="1766"/>
                    <a:pt x="1166" y="1677"/>
                    <a:pt x="1311" y="1516"/>
                  </a:cubicBezTo>
                  <a:lnTo>
                    <a:pt x="2066" y="69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4704050" y="2876469"/>
              <a:ext cx="411785" cy="652399"/>
            </a:xfrm>
            <a:custGeom>
              <a:rect b="b" l="l" r="r" t="t"/>
              <a:pathLst>
                <a:path extrusionOk="0" h="14834" w="9363">
                  <a:moveTo>
                    <a:pt x="4929" y="1"/>
                  </a:moveTo>
                  <a:lnTo>
                    <a:pt x="5090" y="7055"/>
                  </a:lnTo>
                  <a:cubicBezTo>
                    <a:pt x="5090" y="7055"/>
                    <a:pt x="3315" y="8291"/>
                    <a:pt x="2817" y="9096"/>
                  </a:cubicBezTo>
                  <a:cubicBezTo>
                    <a:pt x="2315" y="9906"/>
                    <a:pt x="1" y="13838"/>
                    <a:pt x="1" y="13838"/>
                  </a:cubicBezTo>
                  <a:cubicBezTo>
                    <a:pt x="155" y="14766"/>
                    <a:pt x="1113" y="14834"/>
                    <a:pt x="1113" y="14834"/>
                  </a:cubicBezTo>
                  <a:cubicBezTo>
                    <a:pt x="1113" y="14834"/>
                    <a:pt x="6755" y="9339"/>
                    <a:pt x="6953" y="9005"/>
                  </a:cubicBezTo>
                  <a:cubicBezTo>
                    <a:pt x="7147" y="8670"/>
                    <a:pt x="7704" y="7806"/>
                    <a:pt x="8321" y="6192"/>
                  </a:cubicBezTo>
                  <a:cubicBezTo>
                    <a:pt x="8976" y="4468"/>
                    <a:pt x="9362" y="1789"/>
                    <a:pt x="9332" y="888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026767" y="3628199"/>
              <a:ext cx="69840" cy="88444"/>
            </a:xfrm>
            <a:custGeom>
              <a:rect b="b" l="l" r="r" t="t"/>
              <a:pathLst>
                <a:path extrusionOk="0" h="2011" w="1588">
                  <a:moveTo>
                    <a:pt x="1192" y="1"/>
                  </a:moveTo>
                  <a:lnTo>
                    <a:pt x="0" y="273"/>
                  </a:lnTo>
                  <a:lnTo>
                    <a:pt x="393" y="2011"/>
                  </a:lnTo>
                  <a:lnTo>
                    <a:pt x="1588" y="1737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4822793" y="2872115"/>
              <a:ext cx="268410" cy="785087"/>
            </a:xfrm>
            <a:custGeom>
              <a:rect b="b" l="l" r="r" t="t"/>
              <a:pathLst>
                <a:path extrusionOk="0" h="17851" w="6103">
                  <a:moveTo>
                    <a:pt x="5588" y="1"/>
                  </a:moveTo>
                  <a:lnTo>
                    <a:pt x="509" y="199"/>
                  </a:lnTo>
                  <a:cubicBezTo>
                    <a:pt x="335" y="622"/>
                    <a:pt x="0" y="1390"/>
                    <a:pt x="86" y="2605"/>
                  </a:cubicBezTo>
                  <a:cubicBezTo>
                    <a:pt x="253" y="5083"/>
                    <a:pt x="2601" y="9513"/>
                    <a:pt x="2601" y="9513"/>
                  </a:cubicBezTo>
                  <a:cubicBezTo>
                    <a:pt x="2574" y="9851"/>
                    <a:pt x="2431" y="11264"/>
                    <a:pt x="2751" y="12516"/>
                  </a:cubicBezTo>
                  <a:cubicBezTo>
                    <a:pt x="3260" y="14493"/>
                    <a:pt x="4638" y="17837"/>
                    <a:pt x="4638" y="17837"/>
                  </a:cubicBezTo>
                  <a:cubicBezTo>
                    <a:pt x="4638" y="17837"/>
                    <a:pt x="4733" y="17851"/>
                    <a:pt x="4874" y="17851"/>
                  </a:cubicBezTo>
                  <a:cubicBezTo>
                    <a:pt x="5162" y="17851"/>
                    <a:pt x="5644" y="17796"/>
                    <a:pt x="5932" y="17462"/>
                  </a:cubicBezTo>
                  <a:cubicBezTo>
                    <a:pt x="5932" y="17462"/>
                    <a:pt x="5167" y="10670"/>
                    <a:pt x="4959" y="8929"/>
                  </a:cubicBezTo>
                  <a:cubicBezTo>
                    <a:pt x="4737" y="7045"/>
                    <a:pt x="4167" y="3608"/>
                    <a:pt x="4167" y="3608"/>
                  </a:cubicBezTo>
                  <a:cubicBezTo>
                    <a:pt x="4167" y="3608"/>
                    <a:pt x="4564" y="3247"/>
                    <a:pt x="5191" y="2380"/>
                  </a:cubicBezTo>
                  <a:cubicBezTo>
                    <a:pt x="6103" y="1121"/>
                    <a:pt x="5963" y="1"/>
                    <a:pt x="5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5032177" y="3671255"/>
              <a:ext cx="183748" cy="131632"/>
            </a:xfrm>
            <a:custGeom>
              <a:rect b="b" l="l" r="r" t="t"/>
              <a:pathLst>
                <a:path extrusionOk="0" h="2993" w="4178">
                  <a:moveTo>
                    <a:pt x="1290" y="0"/>
                  </a:moveTo>
                  <a:lnTo>
                    <a:pt x="1331" y="172"/>
                  </a:lnTo>
                  <a:cubicBezTo>
                    <a:pt x="1430" y="506"/>
                    <a:pt x="1055" y="553"/>
                    <a:pt x="854" y="561"/>
                  </a:cubicBezTo>
                  <a:cubicBezTo>
                    <a:pt x="836" y="561"/>
                    <a:pt x="819" y="562"/>
                    <a:pt x="801" y="562"/>
                  </a:cubicBezTo>
                  <a:cubicBezTo>
                    <a:pt x="535" y="562"/>
                    <a:pt x="229" y="474"/>
                    <a:pt x="127" y="400"/>
                  </a:cubicBezTo>
                  <a:cubicBezTo>
                    <a:pt x="127" y="400"/>
                    <a:pt x="107" y="298"/>
                    <a:pt x="99" y="271"/>
                  </a:cubicBezTo>
                  <a:cubicBezTo>
                    <a:pt x="99" y="271"/>
                    <a:pt x="98" y="271"/>
                    <a:pt x="97" y="271"/>
                  </a:cubicBezTo>
                  <a:cubicBezTo>
                    <a:pt x="20" y="271"/>
                    <a:pt x="14" y="514"/>
                    <a:pt x="7" y="738"/>
                  </a:cubicBezTo>
                  <a:cubicBezTo>
                    <a:pt x="0" y="980"/>
                    <a:pt x="11" y="1263"/>
                    <a:pt x="82" y="1380"/>
                  </a:cubicBezTo>
                  <a:cubicBezTo>
                    <a:pt x="212" y="1588"/>
                    <a:pt x="594" y="1731"/>
                    <a:pt x="782" y="1892"/>
                  </a:cubicBezTo>
                  <a:cubicBezTo>
                    <a:pt x="973" y="2056"/>
                    <a:pt x="1144" y="2431"/>
                    <a:pt x="1383" y="2656"/>
                  </a:cubicBezTo>
                  <a:cubicBezTo>
                    <a:pt x="1605" y="2866"/>
                    <a:pt x="2291" y="2992"/>
                    <a:pt x="2727" y="2992"/>
                  </a:cubicBezTo>
                  <a:cubicBezTo>
                    <a:pt x="2759" y="2992"/>
                    <a:pt x="2790" y="2992"/>
                    <a:pt x="2819" y="2990"/>
                  </a:cubicBezTo>
                  <a:cubicBezTo>
                    <a:pt x="3676" y="2943"/>
                    <a:pt x="4178" y="2421"/>
                    <a:pt x="3834" y="2164"/>
                  </a:cubicBezTo>
                  <a:cubicBezTo>
                    <a:pt x="3571" y="1974"/>
                    <a:pt x="3065" y="1725"/>
                    <a:pt x="2485" y="1301"/>
                  </a:cubicBezTo>
                  <a:cubicBezTo>
                    <a:pt x="1953" y="912"/>
                    <a:pt x="1417" y="25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5006053" y="2995212"/>
              <a:ext cx="49741" cy="218888"/>
            </a:xfrm>
            <a:custGeom>
              <a:rect b="b" l="l" r="r" t="t"/>
              <a:pathLst>
                <a:path extrusionOk="0" h="4977" w="1131">
                  <a:moveTo>
                    <a:pt x="1131" y="1"/>
                  </a:moveTo>
                  <a:lnTo>
                    <a:pt x="1131" y="1"/>
                  </a:lnTo>
                  <a:cubicBezTo>
                    <a:pt x="819" y="352"/>
                    <a:pt x="0" y="809"/>
                    <a:pt x="0" y="809"/>
                  </a:cubicBezTo>
                  <a:cubicBezTo>
                    <a:pt x="137" y="1370"/>
                    <a:pt x="642" y="4977"/>
                    <a:pt x="642" y="4977"/>
                  </a:cubicBezTo>
                  <a:lnTo>
                    <a:pt x="356" y="967"/>
                  </a:lnTo>
                  <a:cubicBezTo>
                    <a:pt x="762" y="537"/>
                    <a:pt x="1130" y="1"/>
                    <a:pt x="1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4899492" y="3208817"/>
              <a:ext cx="37735" cy="155249"/>
            </a:xfrm>
            <a:custGeom>
              <a:rect b="b" l="l" r="r" t="t"/>
              <a:pathLst>
                <a:path extrusionOk="0" h="3530" w="858">
                  <a:moveTo>
                    <a:pt x="0" y="0"/>
                  </a:moveTo>
                  <a:lnTo>
                    <a:pt x="0" y="0"/>
                  </a:lnTo>
                  <a:cubicBezTo>
                    <a:pt x="167" y="960"/>
                    <a:pt x="629" y="1966"/>
                    <a:pt x="629" y="1966"/>
                  </a:cubicBezTo>
                  <a:cubicBezTo>
                    <a:pt x="468" y="2557"/>
                    <a:pt x="485" y="3529"/>
                    <a:pt x="485" y="3529"/>
                  </a:cubicBezTo>
                  <a:lnTo>
                    <a:pt x="805" y="3250"/>
                  </a:lnTo>
                  <a:cubicBezTo>
                    <a:pt x="796" y="3014"/>
                    <a:pt x="857" y="1857"/>
                    <a:pt x="857" y="1857"/>
                  </a:cubicBezTo>
                  <a:cubicBezTo>
                    <a:pt x="611" y="1519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4834360" y="2521515"/>
              <a:ext cx="285826" cy="437865"/>
            </a:xfrm>
            <a:custGeom>
              <a:rect b="b" l="l" r="r" t="t"/>
              <a:pathLst>
                <a:path extrusionOk="0" h="9956" w="6499">
                  <a:moveTo>
                    <a:pt x="4178" y="0"/>
                  </a:moveTo>
                  <a:lnTo>
                    <a:pt x="2102" y="62"/>
                  </a:lnTo>
                  <a:cubicBezTo>
                    <a:pt x="2102" y="62"/>
                    <a:pt x="522" y="256"/>
                    <a:pt x="311" y="352"/>
                  </a:cubicBezTo>
                  <a:cubicBezTo>
                    <a:pt x="1362" y="1417"/>
                    <a:pt x="546" y="3867"/>
                    <a:pt x="546" y="3867"/>
                  </a:cubicBezTo>
                  <a:lnTo>
                    <a:pt x="1426" y="6304"/>
                  </a:lnTo>
                  <a:cubicBezTo>
                    <a:pt x="809" y="7291"/>
                    <a:pt x="273" y="7911"/>
                    <a:pt x="0" y="8844"/>
                  </a:cubicBezTo>
                  <a:cubicBezTo>
                    <a:pt x="292" y="9184"/>
                    <a:pt x="1510" y="9955"/>
                    <a:pt x="3166" y="9955"/>
                  </a:cubicBezTo>
                  <a:cubicBezTo>
                    <a:pt x="4120" y="9955"/>
                    <a:pt x="5218" y="9700"/>
                    <a:pt x="6369" y="8959"/>
                  </a:cubicBezTo>
                  <a:cubicBezTo>
                    <a:pt x="6369" y="8959"/>
                    <a:pt x="6185" y="7188"/>
                    <a:pt x="5918" y="5846"/>
                  </a:cubicBezTo>
                  <a:cubicBezTo>
                    <a:pt x="6375" y="3673"/>
                    <a:pt x="6498" y="2908"/>
                    <a:pt x="6369" y="2400"/>
                  </a:cubicBezTo>
                  <a:cubicBezTo>
                    <a:pt x="5997" y="969"/>
                    <a:pt x="5150" y="51"/>
                    <a:pt x="4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4884320" y="2287020"/>
              <a:ext cx="215414" cy="296865"/>
            </a:xfrm>
            <a:custGeom>
              <a:rect b="b" l="l" r="r" t="t"/>
              <a:pathLst>
                <a:path extrusionOk="0" h="6750" w="4898">
                  <a:moveTo>
                    <a:pt x="4192" y="1"/>
                  </a:moveTo>
                  <a:cubicBezTo>
                    <a:pt x="4130" y="547"/>
                    <a:pt x="3779" y="1407"/>
                    <a:pt x="2864" y="1913"/>
                  </a:cubicBezTo>
                  <a:cubicBezTo>
                    <a:pt x="2028" y="2370"/>
                    <a:pt x="1381" y="2390"/>
                    <a:pt x="1275" y="2390"/>
                  </a:cubicBezTo>
                  <a:cubicBezTo>
                    <a:pt x="1265" y="2390"/>
                    <a:pt x="1260" y="2390"/>
                    <a:pt x="1260" y="2390"/>
                  </a:cubicBezTo>
                  <a:cubicBezTo>
                    <a:pt x="1143" y="2149"/>
                    <a:pt x="912" y="2025"/>
                    <a:pt x="687" y="2025"/>
                  </a:cubicBezTo>
                  <a:cubicBezTo>
                    <a:pt x="536" y="2025"/>
                    <a:pt x="388" y="2080"/>
                    <a:pt x="277" y="2192"/>
                  </a:cubicBezTo>
                  <a:cubicBezTo>
                    <a:pt x="0" y="2475"/>
                    <a:pt x="120" y="2998"/>
                    <a:pt x="475" y="3308"/>
                  </a:cubicBezTo>
                  <a:cubicBezTo>
                    <a:pt x="661" y="3471"/>
                    <a:pt x="814" y="3517"/>
                    <a:pt x="927" y="3517"/>
                  </a:cubicBezTo>
                  <a:cubicBezTo>
                    <a:pt x="1076" y="3517"/>
                    <a:pt x="1158" y="3438"/>
                    <a:pt x="1158" y="3438"/>
                  </a:cubicBezTo>
                  <a:lnTo>
                    <a:pt x="1158" y="3438"/>
                  </a:lnTo>
                  <a:lnTo>
                    <a:pt x="1147" y="5386"/>
                  </a:lnTo>
                  <a:cubicBezTo>
                    <a:pt x="1147" y="5386"/>
                    <a:pt x="1618" y="6128"/>
                    <a:pt x="2174" y="6506"/>
                  </a:cubicBezTo>
                  <a:cubicBezTo>
                    <a:pt x="2421" y="6673"/>
                    <a:pt x="2717" y="6749"/>
                    <a:pt x="2976" y="6749"/>
                  </a:cubicBezTo>
                  <a:cubicBezTo>
                    <a:pt x="3306" y="6749"/>
                    <a:pt x="3574" y="6625"/>
                    <a:pt x="3595" y="6407"/>
                  </a:cubicBezTo>
                  <a:cubicBezTo>
                    <a:pt x="3632" y="6018"/>
                    <a:pt x="3034" y="5325"/>
                    <a:pt x="3034" y="5325"/>
                  </a:cubicBezTo>
                  <a:lnTo>
                    <a:pt x="3034" y="4479"/>
                  </a:lnTo>
                  <a:cubicBezTo>
                    <a:pt x="3301" y="4524"/>
                    <a:pt x="3573" y="4564"/>
                    <a:pt x="3796" y="4564"/>
                  </a:cubicBezTo>
                  <a:cubicBezTo>
                    <a:pt x="3933" y="4564"/>
                    <a:pt x="4052" y="4549"/>
                    <a:pt x="4140" y="4510"/>
                  </a:cubicBezTo>
                  <a:cubicBezTo>
                    <a:pt x="4370" y="4411"/>
                    <a:pt x="4827" y="4060"/>
                    <a:pt x="4861" y="2650"/>
                  </a:cubicBezTo>
                  <a:cubicBezTo>
                    <a:pt x="4898" y="980"/>
                    <a:pt x="4506" y="185"/>
                    <a:pt x="41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5012826" y="2380123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80" y="0"/>
                  </a:moveTo>
                  <a:cubicBezTo>
                    <a:pt x="178" y="0"/>
                    <a:pt x="176" y="0"/>
                    <a:pt x="174" y="0"/>
                  </a:cubicBezTo>
                  <a:cubicBezTo>
                    <a:pt x="76" y="4"/>
                    <a:pt x="0" y="92"/>
                    <a:pt x="7" y="195"/>
                  </a:cubicBezTo>
                  <a:cubicBezTo>
                    <a:pt x="10" y="292"/>
                    <a:pt x="93" y="369"/>
                    <a:pt x="185" y="369"/>
                  </a:cubicBezTo>
                  <a:cubicBezTo>
                    <a:pt x="187" y="369"/>
                    <a:pt x="189" y="369"/>
                    <a:pt x="191" y="369"/>
                  </a:cubicBezTo>
                  <a:cubicBezTo>
                    <a:pt x="290" y="366"/>
                    <a:pt x="366" y="276"/>
                    <a:pt x="362" y="177"/>
                  </a:cubicBezTo>
                  <a:cubicBezTo>
                    <a:pt x="355" y="77"/>
                    <a:pt x="276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5029186" y="2440462"/>
              <a:ext cx="19703" cy="12798"/>
            </a:xfrm>
            <a:custGeom>
              <a:rect b="b" l="l" r="r" t="t"/>
              <a:pathLst>
                <a:path extrusionOk="0" h="291" w="448">
                  <a:moveTo>
                    <a:pt x="34" y="0"/>
                  </a:moveTo>
                  <a:cubicBezTo>
                    <a:pt x="0" y="120"/>
                    <a:pt x="65" y="246"/>
                    <a:pt x="181" y="280"/>
                  </a:cubicBezTo>
                  <a:cubicBezTo>
                    <a:pt x="203" y="287"/>
                    <a:pt x="225" y="290"/>
                    <a:pt x="246" y="290"/>
                  </a:cubicBezTo>
                  <a:cubicBezTo>
                    <a:pt x="336" y="290"/>
                    <a:pt x="420" y="230"/>
                    <a:pt x="447" y="133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5076903" y="2348590"/>
              <a:ext cx="18823" cy="15349"/>
            </a:xfrm>
            <a:custGeom>
              <a:rect b="b" l="l" r="r" t="t"/>
              <a:pathLst>
                <a:path extrusionOk="0" h="349" w="428">
                  <a:moveTo>
                    <a:pt x="178" y="1"/>
                  </a:moveTo>
                  <a:cubicBezTo>
                    <a:pt x="109" y="1"/>
                    <a:pt x="41" y="35"/>
                    <a:pt x="0" y="100"/>
                  </a:cubicBezTo>
                  <a:lnTo>
                    <a:pt x="359" y="349"/>
                  </a:lnTo>
                  <a:cubicBezTo>
                    <a:pt x="427" y="246"/>
                    <a:pt x="400" y="106"/>
                    <a:pt x="298" y="38"/>
                  </a:cubicBezTo>
                  <a:cubicBezTo>
                    <a:pt x="261" y="13"/>
                    <a:pt x="219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5073297" y="2374406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77" y="0"/>
                  </a:moveTo>
                  <a:cubicBezTo>
                    <a:pt x="175" y="0"/>
                    <a:pt x="173" y="0"/>
                    <a:pt x="171" y="0"/>
                  </a:cubicBezTo>
                  <a:cubicBezTo>
                    <a:pt x="76" y="8"/>
                    <a:pt x="0" y="93"/>
                    <a:pt x="4" y="195"/>
                  </a:cubicBezTo>
                  <a:cubicBezTo>
                    <a:pt x="11" y="293"/>
                    <a:pt x="86" y="369"/>
                    <a:pt x="179" y="369"/>
                  </a:cubicBezTo>
                  <a:cubicBezTo>
                    <a:pt x="183" y="369"/>
                    <a:pt x="187" y="369"/>
                    <a:pt x="191" y="369"/>
                  </a:cubicBezTo>
                  <a:cubicBezTo>
                    <a:pt x="287" y="365"/>
                    <a:pt x="366" y="280"/>
                    <a:pt x="359" y="178"/>
                  </a:cubicBezTo>
                  <a:cubicBezTo>
                    <a:pt x="355" y="78"/>
                    <a:pt x="273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5052275" y="2377704"/>
              <a:ext cx="26036" cy="47015"/>
            </a:xfrm>
            <a:custGeom>
              <a:rect b="b" l="l" r="r" t="t"/>
              <a:pathLst>
                <a:path extrusionOk="0" h="1069" w="592">
                  <a:moveTo>
                    <a:pt x="1" y="0"/>
                  </a:moveTo>
                  <a:lnTo>
                    <a:pt x="28" y="1069"/>
                  </a:lnTo>
                  <a:lnTo>
                    <a:pt x="592" y="8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4950200" y="2453216"/>
              <a:ext cx="67597" cy="43276"/>
            </a:xfrm>
            <a:custGeom>
              <a:rect b="b" l="l" r="r" t="t"/>
              <a:pathLst>
                <a:path extrusionOk="0" h="984" w="1537">
                  <a:moveTo>
                    <a:pt x="1" y="0"/>
                  </a:moveTo>
                  <a:cubicBezTo>
                    <a:pt x="1" y="0"/>
                    <a:pt x="52" y="232"/>
                    <a:pt x="328" y="471"/>
                  </a:cubicBezTo>
                  <a:cubicBezTo>
                    <a:pt x="608" y="714"/>
                    <a:pt x="1536" y="983"/>
                    <a:pt x="1536" y="983"/>
                  </a:cubicBezTo>
                  <a:lnTo>
                    <a:pt x="1536" y="700"/>
                  </a:lnTo>
                  <a:cubicBezTo>
                    <a:pt x="1083" y="638"/>
                    <a:pt x="148" y="372"/>
                    <a:pt x="1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4876228" y="2741541"/>
              <a:ext cx="54799" cy="74194"/>
            </a:xfrm>
            <a:custGeom>
              <a:rect b="b" l="l" r="r" t="t"/>
              <a:pathLst>
                <a:path extrusionOk="0" h="1687" w="1246">
                  <a:moveTo>
                    <a:pt x="0" y="1"/>
                  </a:moveTo>
                  <a:lnTo>
                    <a:pt x="474" y="1301"/>
                  </a:lnTo>
                  <a:lnTo>
                    <a:pt x="1246" y="16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4887178" y="2763619"/>
              <a:ext cx="43848" cy="52116"/>
            </a:xfrm>
            <a:custGeom>
              <a:rect b="b" l="l" r="r" t="t"/>
              <a:pathLst>
                <a:path extrusionOk="0" h="1185" w="997">
                  <a:moveTo>
                    <a:pt x="120" y="1"/>
                  </a:moveTo>
                  <a:cubicBezTo>
                    <a:pt x="79" y="62"/>
                    <a:pt x="41" y="119"/>
                    <a:pt x="0" y="178"/>
                  </a:cubicBezTo>
                  <a:lnTo>
                    <a:pt x="225" y="799"/>
                  </a:lnTo>
                  <a:lnTo>
                    <a:pt x="997" y="1184"/>
                  </a:lnTo>
                  <a:lnTo>
                    <a:pt x="997" y="1184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4734836" y="2777120"/>
              <a:ext cx="247300" cy="139637"/>
            </a:xfrm>
            <a:custGeom>
              <a:rect b="b" l="l" r="r" t="t"/>
              <a:pathLst>
                <a:path extrusionOk="0" h="3175" w="5623">
                  <a:moveTo>
                    <a:pt x="1393" y="1"/>
                  </a:moveTo>
                  <a:lnTo>
                    <a:pt x="0" y="908"/>
                  </a:lnTo>
                  <a:cubicBezTo>
                    <a:pt x="901" y="1557"/>
                    <a:pt x="2158" y="2308"/>
                    <a:pt x="2775" y="2516"/>
                  </a:cubicBezTo>
                  <a:cubicBezTo>
                    <a:pt x="3366" y="2711"/>
                    <a:pt x="3847" y="3052"/>
                    <a:pt x="4536" y="3175"/>
                  </a:cubicBezTo>
                  <a:lnTo>
                    <a:pt x="4915" y="1877"/>
                  </a:lnTo>
                  <a:cubicBezTo>
                    <a:pt x="4915" y="1857"/>
                    <a:pt x="4925" y="1837"/>
                    <a:pt x="4943" y="1816"/>
                  </a:cubicBezTo>
                  <a:cubicBezTo>
                    <a:pt x="5086" y="1649"/>
                    <a:pt x="5567" y="1301"/>
                    <a:pt x="5598" y="1216"/>
                  </a:cubicBezTo>
                  <a:cubicBezTo>
                    <a:pt x="5623" y="1153"/>
                    <a:pt x="5487" y="1094"/>
                    <a:pt x="5242" y="1094"/>
                  </a:cubicBezTo>
                  <a:cubicBezTo>
                    <a:pt x="5153" y="1094"/>
                    <a:pt x="5050" y="1102"/>
                    <a:pt x="4935" y="1120"/>
                  </a:cubicBezTo>
                  <a:cubicBezTo>
                    <a:pt x="4530" y="1184"/>
                    <a:pt x="3761" y="1397"/>
                    <a:pt x="3214" y="1397"/>
                  </a:cubicBezTo>
                  <a:cubicBezTo>
                    <a:pt x="3176" y="1397"/>
                    <a:pt x="3139" y="1396"/>
                    <a:pt x="3103" y="1393"/>
                  </a:cubicBezTo>
                  <a:cubicBezTo>
                    <a:pt x="2744" y="1369"/>
                    <a:pt x="1922" y="560"/>
                    <a:pt x="13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4941052" y="2578820"/>
              <a:ext cx="364022" cy="376205"/>
            </a:xfrm>
            <a:custGeom>
              <a:rect b="b" l="l" r="r" t="t"/>
              <a:pathLst>
                <a:path extrusionOk="0" h="8554" w="8277">
                  <a:moveTo>
                    <a:pt x="8277" y="1"/>
                  </a:moveTo>
                  <a:lnTo>
                    <a:pt x="6789" y="1414"/>
                  </a:lnTo>
                  <a:lnTo>
                    <a:pt x="4796" y="916"/>
                  </a:lnTo>
                  <a:lnTo>
                    <a:pt x="3243" y="2267"/>
                  </a:lnTo>
                  <a:lnTo>
                    <a:pt x="830" y="1704"/>
                  </a:lnTo>
                  <a:lnTo>
                    <a:pt x="1" y="8179"/>
                  </a:lnTo>
                  <a:lnTo>
                    <a:pt x="1708" y="8554"/>
                  </a:lnTo>
                  <a:lnTo>
                    <a:pt x="3209" y="7332"/>
                  </a:lnTo>
                  <a:lnTo>
                    <a:pt x="4796" y="7401"/>
                  </a:lnTo>
                  <a:lnTo>
                    <a:pt x="5663" y="6646"/>
                  </a:lnTo>
                  <a:lnTo>
                    <a:pt x="82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5016124" y="2619060"/>
              <a:ext cx="135854" cy="335963"/>
            </a:xfrm>
            <a:custGeom>
              <a:rect b="b" l="l" r="r" t="t"/>
              <a:pathLst>
                <a:path extrusionOk="0" h="7639" w="3089">
                  <a:moveTo>
                    <a:pt x="3089" y="1"/>
                  </a:moveTo>
                  <a:lnTo>
                    <a:pt x="1536" y="1352"/>
                  </a:lnTo>
                  <a:lnTo>
                    <a:pt x="1" y="7639"/>
                  </a:lnTo>
                  <a:lnTo>
                    <a:pt x="1502" y="6417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5151931" y="2578820"/>
              <a:ext cx="153138" cy="325496"/>
            </a:xfrm>
            <a:custGeom>
              <a:rect b="b" l="l" r="r" t="t"/>
              <a:pathLst>
                <a:path extrusionOk="0" h="7401" w="3482">
                  <a:moveTo>
                    <a:pt x="3482" y="1"/>
                  </a:moveTo>
                  <a:lnTo>
                    <a:pt x="1994" y="1414"/>
                  </a:lnTo>
                  <a:lnTo>
                    <a:pt x="1" y="7401"/>
                  </a:lnTo>
                  <a:lnTo>
                    <a:pt x="868" y="6646"/>
                  </a:lnTo>
                  <a:lnTo>
                    <a:pt x="34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4802695" y="2293793"/>
              <a:ext cx="73710" cy="213347"/>
            </a:xfrm>
            <a:custGeom>
              <a:rect b="b" l="l" r="r" t="t"/>
              <a:pathLst>
                <a:path extrusionOk="0" h="4851" w="1676">
                  <a:moveTo>
                    <a:pt x="85" y="1"/>
                  </a:moveTo>
                  <a:cubicBezTo>
                    <a:pt x="37" y="1"/>
                    <a:pt x="0" y="42"/>
                    <a:pt x="0" y="86"/>
                  </a:cubicBezTo>
                  <a:lnTo>
                    <a:pt x="0" y="4851"/>
                  </a:lnTo>
                  <a:lnTo>
                    <a:pt x="1590" y="4851"/>
                  </a:lnTo>
                  <a:cubicBezTo>
                    <a:pt x="1639" y="4851"/>
                    <a:pt x="1675" y="4813"/>
                    <a:pt x="1675" y="4766"/>
                  </a:cubicBezTo>
                  <a:lnTo>
                    <a:pt x="1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4848609" y="2522263"/>
              <a:ext cx="100318" cy="293479"/>
            </a:xfrm>
            <a:custGeom>
              <a:rect b="b" l="l" r="r" t="t"/>
              <a:pathLst>
                <a:path extrusionOk="0" h="6673" w="2281">
                  <a:moveTo>
                    <a:pt x="1455" y="1"/>
                  </a:moveTo>
                  <a:cubicBezTo>
                    <a:pt x="1070" y="1"/>
                    <a:pt x="334" y="137"/>
                    <a:pt x="349" y="250"/>
                  </a:cubicBezTo>
                  <a:cubicBezTo>
                    <a:pt x="349" y="250"/>
                    <a:pt x="908" y="662"/>
                    <a:pt x="935" y="2447"/>
                  </a:cubicBezTo>
                  <a:cubicBezTo>
                    <a:pt x="966" y="4232"/>
                    <a:pt x="1" y="5632"/>
                    <a:pt x="1" y="5632"/>
                  </a:cubicBezTo>
                  <a:lnTo>
                    <a:pt x="1" y="6672"/>
                  </a:lnTo>
                  <a:cubicBezTo>
                    <a:pt x="1" y="6672"/>
                    <a:pt x="1512" y="5355"/>
                    <a:pt x="1874" y="3393"/>
                  </a:cubicBezTo>
                  <a:cubicBezTo>
                    <a:pt x="2280" y="1174"/>
                    <a:pt x="1683" y="55"/>
                    <a:pt x="1683" y="55"/>
                  </a:cubicBezTo>
                  <a:cubicBezTo>
                    <a:pt x="1677" y="17"/>
                    <a:pt x="1587" y="1"/>
                    <a:pt x="14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5017752" y="2518832"/>
              <a:ext cx="80395" cy="64871"/>
            </a:xfrm>
            <a:custGeom>
              <a:rect b="b" l="l" r="r" t="t"/>
              <a:pathLst>
                <a:path extrusionOk="0" h="1475" w="1828">
                  <a:moveTo>
                    <a:pt x="404" y="1"/>
                  </a:moveTo>
                  <a:cubicBezTo>
                    <a:pt x="166" y="1"/>
                    <a:pt x="0" y="54"/>
                    <a:pt x="0" y="54"/>
                  </a:cubicBezTo>
                  <a:cubicBezTo>
                    <a:pt x="994" y="290"/>
                    <a:pt x="1827" y="1474"/>
                    <a:pt x="1827" y="1474"/>
                  </a:cubicBezTo>
                  <a:cubicBezTo>
                    <a:pt x="1632" y="611"/>
                    <a:pt x="1079" y="167"/>
                    <a:pt x="1079" y="167"/>
                  </a:cubicBezTo>
                  <a:cubicBezTo>
                    <a:pt x="841" y="36"/>
                    <a:pt x="598" y="1"/>
                    <a:pt x="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4934324" y="2859669"/>
              <a:ext cx="99087" cy="59065"/>
            </a:xfrm>
            <a:custGeom>
              <a:rect b="b" l="l" r="r" t="t"/>
              <a:pathLst>
                <a:path extrusionOk="0" h="1343" w="2253">
                  <a:moveTo>
                    <a:pt x="379" y="0"/>
                  </a:moveTo>
                  <a:lnTo>
                    <a:pt x="0" y="1298"/>
                  </a:lnTo>
                  <a:cubicBezTo>
                    <a:pt x="157" y="1325"/>
                    <a:pt x="328" y="1342"/>
                    <a:pt x="512" y="1342"/>
                  </a:cubicBezTo>
                  <a:cubicBezTo>
                    <a:pt x="517" y="1342"/>
                    <a:pt x="521" y="1342"/>
                    <a:pt x="526" y="1342"/>
                  </a:cubicBezTo>
                  <a:cubicBezTo>
                    <a:pt x="1505" y="1342"/>
                    <a:pt x="2253" y="645"/>
                    <a:pt x="2184" y="417"/>
                  </a:cubicBezTo>
                  <a:cubicBezTo>
                    <a:pt x="2160" y="335"/>
                    <a:pt x="2102" y="311"/>
                    <a:pt x="2011" y="311"/>
                  </a:cubicBezTo>
                  <a:cubicBezTo>
                    <a:pt x="1891" y="311"/>
                    <a:pt x="1713" y="353"/>
                    <a:pt x="1480" y="353"/>
                  </a:cubicBezTo>
                  <a:cubicBezTo>
                    <a:pt x="1401" y="353"/>
                    <a:pt x="1317" y="348"/>
                    <a:pt x="1226" y="335"/>
                  </a:cubicBezTo>
                  <a:cubicBezTo>
                    <a:pt x="730" y="267"/>
                    <a:pt x="366" y="141"/>
                    <a:pt x="37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9" name="Google Shape;639;p29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9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29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642" name="Google Shape;642;p29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29"/>
          <p:cNvGrpSpPr/>
          <p:nvPr/>
        </p:nvGrpSpPr>
        <p:grpSpPr>
          <a:xfrm>
            <a:off x="4624352" y="875701"/>
            <a:ext cx="3395541" cy="3521497"/>
            <a:chOff x="4778639" y="938100"/>
            <a:chExt cx="3054917" cy="3168239"/>
          </a:xfrm>
        </p:grpSpPr>
        <p:grpSp>
          <p:nvGrpSpPr>
            <p:cNvPr id="645" name="Google Shape;645;p29"/>
            <p:cNvGrpSpPr/>
            <p:nvPr/>
          </p:nvGrpSpPr>
          <p:grpSpPr>
            <a:xfrm>
              <a:off x="7144033" y="2156930"/>
              <a:ext cx="326413" cy="477672"/>
              <a:chOff x="7144033" y="2156930"/>
              <a:chExt cx="326413" cy="477672"/>
            </a:xfrm>
          </p:grpSpPr>
          <p:sp>
            <p:nvSpPr>
              <p:cNvPr id="646" name="Google Shape;646;p29"/>
              <p:cNvSpPr/>
              <p:nvPr/>
            </p:nvSpPr>
            <p:spPr>
              <a:xfrm>
                <a:off x="7163129" y="2156930"/>
                <a:ext cx="235865" cy="451851"/>
              </a:xfrm>
              <a:custGeom>
                <a:rect b="b" l="l" r="r" t="t"/>
                <a:pathLst>
                  <a:path extrusionOk="0" h="10274" w="5363">
                    <a:moveTo>
                      <a:pt x="1321" y="0"/>
                    </a:moveTo>
                    <a:cubicBezTo>
                      <a:pt x="519" y="0"/>
                      <a:pt x="1" y="723"/>
                      <a:pt x="1" y="1539"/>
                    </a:cubicBezTo>
                    <a:cubicBezTo>
                      <a:pt x="1" y="1942"/>
                      <a:pt x="127" y="2369"/>
                      <a:pt x="406" y="2741"/>
                    </a:cubicBezTo>
                    <a:cubicBezTo>
                      <a:pt x="2284" y="5246"/>
                      <a:pt x="3318" y="7434"/>
                      <a:pt x="3431" y="9352"/>
                    </a:cubicBezTo>
                    <a:lnTo>
                      <a:pt x="4445" y="9938"/>
                    </a:lnTo>
                    <a:cubicBezTo>
                      <a:pt x="4690" y="7580"/>
                      <a:pt x="4236" y="5662"/>
                      <a:pt x="3761" y="4389"/>
                    </a:cubicBezTo>
                    <a:cubicBezTo>
                      <a:pt x="3468" y="3611"/>
                      <a:pt x="3089" y="2856"/>
                      <a:pt x="2663" y="2208"/>
                    </a:cubicBezTo>
                    <a:cubicBezTo>
                      <a:pt x="2202" y="1505"/>
                      <a:pt x="1860" y="1181"/>
                      <a:pt x="1765" y="1099"/>
                    </a:cubicBezTo>
                    <a:cubicBezTo>
                      <a:pt x="1762" y="1095"/>
                      <a:pt x="1762" y="1092"/>
                      <a:pt x="1765" y="1089"/>
                    </a:cubicBezTo>
                    <a:lnTo>
                      <a:pt x="1775" y="1089"/>
                    </a:lnTo>
                    <a:cubicBezTo>
                      <a:pt x="1868" y="1171"/>
                      <a:pt x="2213" y="1498"/>
                      <a:pt x="2673" y="2201"/>
                    </a:cubicBezTo>
                    <a:cubicBezTo>
                      <a:pt x="3103" y="2850"/>
                      <a:pt x="3482" y="3604"/>
                      <a:pt x="3772" y="4386"/>
                    </a:cubicBezTo>
                    <a:cubicBezTo>
                      <a:pt x="4147" y="5386"/>
                      <a:pt x="4386" y="6437"/>
                      <a:pt x="4481" y="7509"/>
                    </a:cubicBezTo>
                    <a:cubicBezTo>
                      <a:pt x="4554" y="8311"/>
                      <a:pt x="4547" y="9127"/>
                      <a:pt x="4458" y="9946"/>
                    </a:cubicBezTo>
                    <a:lnTo>
                      <a:pt x="5028" y="10273"/>
                    </a:lnTo>
                    <a:cubicBezTo>
                      <a:pt x="5206" y="9300"/>
                      <a:pt x="5362" y="8055"/>
                      <a:pt x="5362" y="6802"/>
                    </a:cubicBezTo>
                    <a:cubicBezTo>
                      <a:pt x="5362" y="5912"/>
                      <a:pt x="5284" y="5020"/>
                      <a:pt x="5075" y="4222"/>
                    </a:cubicBezTo>
                    <a:cubicBezTo>
                      <a:pt x="4554" y="2205"/>
                      <a:pt x="3260" y="533"/>
                      <a:pt x="1769" y="71"/>
                    </a:cubicBezTo>
                    <a:cubicBezTo>
                      <a:pt x="1611" y="21"/>
                      <a:pt x="1461" y="0"/>
                      <a:pt x="13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9"/>
              <p:cNvSpPr/>
              <p:nvPr/>
            </p:nvSpPr>
            <p:spPr>
              <a:xfrm flipH="1" rot="1013989">
                <a:off x="7193816" y="2233553"/>
                <a:ext cx="226849" cy="376200"/>
              </a:xfrm>
              <a:custGeom>
                <a:rect b="b" l="l" r="r" t="t"/>
                <a:pathLst>
                  <a:path extrusionOk="0" h="10597" w="6390">
                    <a:moveTo>
                      <a:pt x="6379" y="0"/>
                    </a:moveTo>
                    <a:cubicBezTo>
                      <a:pt x="6378" y="0"/>
                      <a:pt x="6377" y="1"/>
                      <a:pt x="6375" y="2"/>
                    </a:cubicBezTo>
                    <a:cubicBezTo>
                      <a:pt x="6106" y="132"/>
                      <a:pt x="5608" y="565"/>
                      <a:pt x="5044" y="1159"/>
                    </a:cubicBezTo>
                    <a:cubicBezTo>
                      <a:pt x="4584" y="1647"/>
                      <a:pt x="3871" y="2466"/>
                      <a:pt x="3075" y="3596"/>
                    </a:cubicBezTo>
                    <a:cubicBezTo>
                      <a:pt x="2314" y="4685"/>
                      <a:pt x="1670" y="5790"/>
                      <a:pt x="1164" y="6882"/>
                    </a:cubicBezTo>
                    <a:cubicBezTo>
                      <a:pt x="567" y="8176"/>
                      <a:pt x="175" y="9425"/>
                      <a:pt x="4" y="10589"/>
                    </a:cubicBezTo>
                    <a:cubicBezTo>
                      <a:pt x="0" y="10592"/>
                      <a:pt x="4" y="10596"/>
                      <a:pt x="7" y="10596"/>
                    </a:cubicBezTo>
                    <a:lnTo>
                      <a:pt x="11" y="10596"/>
                    </a:lnTo>
                    <a:cubicBezTo>
                      <a:pt x="14" y="10596"/>
                      <a:pt x="14" y="10596"/>
                      <a:pt x="17" y="10592"/>
                    </a:cubicBezTo>
                    <a:cubicBezTo>
                      <a:pt x="416" y="7865"/>
                      <a:pt x="1908" y="5288"/>
                      <a:pt x="3089" y="3603"/>
                    </a:cubicBezTo>
                    <a:cubicBezTo>
                      <a:pt x="4537" y="1538"/>
                      <a:pt x="5912" y="238"/>
                      <a:pt x="6383" y="12"/>
                    </a:cubicBezTo>
                    <a:cubicBezTo>
                      <a:pt x="6386" y="12"/>
                      <a:pt x="6389" y="9"/>
                      <a:pt x="6386" y="5"/>
                    </a:cubicBezTo>
                    <a:cubicBezTo>
                      <a:pt x="6386" y="3"/>
                      <a:pt x="6383" y="0"/>
                      <a:pt x="6379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cap="flat" cmpd="sng" w="9525">
                <a:solidFill>
                  <a:srgbClr val="F3F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8" name="Google Shape;648;p29"/>
            <p:cNvSpPr/>
            <p:nvPr/>
          </p:nvSpPr>
          <p:spPr>
            <a:xfrm>
              <a:off x="4799968" y="2360289"/>
              <a:ext cx="3010651" cy="1746050"/>
            </a:xfrm>
            <a:custGeom>
              <a:rect b="b" l="l" r="r" t="t"/>
              <a:pathLst>
                <a:path extrusionOk="0" h="39701" w="68455">
                  <a:moveTo>
                    <a:pt x="43591" y="1"/>
                  </a:moveTo>
                  <a:cubicBezTo>
                    <a:pt x="43313" y="1"/>
                    <a:pt x="43035" y="62"/>
                    <a:pt x="42823" y="185"/>
                  </a:cubicBezTo>
                  <a:lnTo>
                    <a:pt x="424" y="24850"/>
                  </a:lnTo>
                  <a:cubicBezTo>
                    <a:pt x="1" y="25096"/>
                    <a:pt x="1" y="25499"/>
                    <a:pt x="424" y="25745"/>
                  </a:cubicBezTo>
                  <a:lnTo>
                    <a:pt x="24096" y="39516"/>
                  </a:lnTo>
                  <a:cubicBezTo>
                    <a:pt x="24308" y="39639"/>
                    <a:pt x="24586" y="39700"/>
                    <a:pt x="24864" y="39700"/>
                  </a:cubicBezTo>
                  <a:cubicBezTo>
                    <a:pt x="25142" y="39700"/>
                    <a:pt x="25421" y="39639"/>
                    <a:pt x="25632" y="39516"/>
                  </a:cubicBezTo>
                  <a:lnTo>
                    <a:pt x="68032" y="14851"/>
                  </a:lnTo>
                  <a:cubicBezTo>
                    <a:pt x="68454" y="14605"/>
                    <a:pt x="68454" y="14205"/>
                    <a:pt x="68032" y="13956"/>
                  </a:cubicBezTo>
                  <a:lnTo>
                    <a:pt x="44359" y="185"/>
                  </a:lnTo>
                  <a:cubicBezTo>
                    <a:pt x="44148" y="62"/>
                    <a:pt x="43869" y="1"/>
                    <a:pt x="43591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7314724" y="2206451"/>
              <a:ext cx="518832" cy="576314"/>
            </a:xfrm>
            <a:custGeom>
              <a:rect b="b" l="l" r="r" t="t"/>
              <a:pathLst>
                <a:path extrusionOk="0" h="13104" w="11797">
                  <a:moveTo>
                    <a:pt x="9848" y="1"/>
                  </a:moveTo>
                  <a:cubicBezTo>
                    <a:pt x="8619" y="1"/>
                    <a:pt x="7422" y="1292"/>
                    <a:pt x="6523" y="1812"/>
                  </a:cubicBezTo>
                  <a:cubicBezTo>
                    <a:pt x="6199" y="1999"/>
                    <a:pt x="5851" y="2044"/>
                    <a:pt x="5496" y="2044"/>
                  </a:cubicBezTo>
                  <a:cubicBezTo>
                    <a:pt x="5154" y="2044"/>
                    <a:pt x="4804" y="2002"/>
                    <a:pt x="4463" y="2002"/>
                  </a:cubicBezTo>
                  <a:cubicBezTo>
                    <a:pt x="3973" y="2002"/>
                    <a:pt x="3500" y="2090"/>
                    <a:pt x="3090" y="2519"/>
                  </a:cubicBezTo>
                  <a:cubicBezTo>
                    <a:pt x="2096" y="3560"/>
                    <a:pt x="3973" y="4895"/>
                    <a:pt x="2796" y="5980"/>
                  </a:cubicBezTo>
                  <a:cubicBezTo>
                    <a:pt x="1619" y="7062"/>
                    <a:pt x="1" y="7287"/>
                    <a:pt x="700" y="9659"/>
                  </a:cubicBezTo>
                  <a:lnTo>
                    <a:pt x="6523" y="13103"/>
                  </a:lnTo>
                  <a:cubicBezTo>
                    <a:pt x="7291" y="13010"/>
                    <a:pt x="8267" y="12768"/>
                    <a:pt x="8734" y="11826"/>
                  </a:cubicBezTo>
                  <a:cubicBezTo>
                    <a:pt x="9199" y="10888"/>
                    <a:pt x="7820" y="10089"/>
                    <a:pt x="7844" y="9297"/>
                  </a:cubicBezTo>
                  <a:cubicBezTo>
                    <a:pt x="7871" y="8505"/>
                    <a:pt x="8666" y="8157"/>
                    <a:pt x="9506" y="7837"/>
                  </a:cubicBezTo>
                  <a:cubicBezTo>
                    <a:pt x="10349" y="7519"/>
                    <a:pt x="11178" y="6383"/>
                    <a:pt x="10479" y="5577"/>
                  </a:cubicBezTo>
                  <a:cubicBezTo>
                    <a:pt x="9783" y="4768"/>
                    <a:pt x="9052" y="3754"/>
                    <a:pt x="9783" y="2754"/>
                  </a:cubicBezTo>
                  <a:cubicBezTo>
                    <a:pt x="10512" y="1755"/>
                    <a:pt x="11796" y="785"/>
                    <a:pt x="10612" y="185"/>
                  </a:cubicBezTo>
                  <a:cubicBezTo>
                    <a:pt x="10357" y="56"/>
                    <a:pt x="10102" y="1"/>
                    <a:pt x="98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7467990" y="2236400"/>
              <a:ext cx="281032" cy="466056"/>
            </a:xfrm>
            <a:custGeom>
              <a:rect b="b" l="l" r="r" t="t"/>
              <a:pathLst>
                <a:path extrusionOk="0" h="10597" w="6390">
                  <a:moveTo>
                    <a:pt x="6379" y="0"/>
                  </a:moveTo>
                  <a:cubicBezTo>
                    <a:pt x="6378" y="0"/>
                    <a:pt x="6377" y="1"/>
                    <a:pt x="6375" y="2"/>
                  </a:cubicBezTo>
                  <a:cubicBezTo>
                    <a:pt x="6106" y="132"/>
                    <a:pt x="5608" y="565"/>
                    <a:pt x="5044" y="1159"/>
                  </a:cubicBezTo>
                  <a:cubicBezTo>
                    <a:pt x="4584" y="1647"/>
                    <a:pt x="3871" y="2466"/>
                    <a:pt x="3075" y="3596"/>
                  </a:cubicBezTo>
                  <a:cubicBezTo>
                    <a:pt x="2314" y="4685"/>
                    <a:pt x="1670" y="5790"/>
                    <a:pt x="1164" y="6882"/>
                  </a:cubicBezTo>
                  <a:cubicBezTo>
                    <a:pt x="567" y="8176"/>
                    <a:pt x="175" y="9425"/>
                    <a:pt x="4" y="10589"/>
                  </a:cubicBezTo>
                  <a:cubicBezTo>
                    <a:pt x="0" y="10592"/>
                    <a:pt x="4" y="10596"/>
                    <a:pt x="7" y="10596"/>
                  </a:cubicBezTo>
                  <a:lnTo>
                    <a:pt x="11" y="10596"/>
                  </a:lnTo>
                  <a:cubicBezTo>
                    <a:pt x="14" y="10596"/>
                    <a:pt x="14" y="10596"/>
                    <a:pt x="17" y="10592"/>
                  </a:cubicBezTo>
                  <a:cubicBezTo>
                    <a:pt x="416" y="7865"/>
                    <a:pt x="1908" y="5288"/>
                    <a:pt x="3089" y="3603"/>
                  </a:cubicBezTo>
                  <a:cubicBezTo>
                    <a:pt x="4537" y="1538"/>
                    <a:pt x="5912" y="238"/>
                    <a:pt x="6383" y="12"/>
                  </a:cubicBezTo>
                  <a:cubicBezTo>
                    <a:pt x="6386" y="12"/>
                    <a:pt x="6389" y="9"/>
                    <a:pt x="6386" y="5"/>
                  </a:cubicBezTo>
                  <a:cubicBezTo>
                    <a:pt x="6386" y="3"/>
                    <a:pt x="6383" y="0"/>
                    <a:pt x="6379" y="0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7509858" y="2342741"/>
              <a:ext cx="63111" cy="99087"/>
            </a:xfrm>
            <a:custGeom>
              <a:rect b="b" l="l" r="r" t="t"/>
              <a:pathLst>
                <a:path extrusionOk="0" h="2253" w="1435">
                  <a:moveTo>
                    <a:pt x="7" y="1"/>
                  </a:moveTo>
                  <a:cubicBezTo>
                    <a:pt x="6" y="1"/>
                    <a:pt x="4" y="2"/>
                    <a:pt x="4" y="3"/>
                  </a:cubicBezTo>
                  <a:cubicBezTo>
                    <a:pt x="1" y="8"/>
                    <a:pt x="1" y="11"/>
                    <a:pt x="4" y="14"/>
                  </a:cubicBezTo>
                  <a:cubicBezTo>
                    <a:pt x="14" y="24"/>
                    <a:pt x="1154" y="1263"/>
                    <a:pt x="1420" y="2249"/>
                  </a:cubicBezTo>
                  <a:cubicBezTo>
                    <a:pt x="1420" y="2253"/>
                    <a:pt x="1424" y="2253"/>
                    <a:pt x="1427" y="2253"/>
                  </a:cubicBezTo>
                  <a:cubicBezTo>
                    <a:pt x="1430" y="2253"/>
                    <a:pt x="1434" y="2249"/>
                    <a:pt x="1434" y="2246"/>
                  </a:cubicBezTo>
                  <a:cubicBezTo>
                    <a:pt x="1168" y="1257"/>
                    <a:pt x="25" y="17"/>
                    <a:pt x="11" y="3"/>
                  </a:cubicBezTo>
                  <a:cubicBezTo>
                    <a:pt x="11" y="2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7533299" y="2481055"/>
              <a:ext cx="187047" cy="29555"/>
            </a:xfrm>
            <a:custGeom>
              <a:rect b="b" l="l" r="r" t="t"/>
              <a:pathLst>
                <a:path extrusionOk="0" h="672" w="4253">
                  <a:moveTo>
                    <a:pt x="2907" y="1"/>
                  </a:moveTo>
                  <a:cubicBezTo>
                    <a:pt x="2654" y="1"/>
                    <a:pt x="2389" y="9"/>
                    <a:pt x="2123" y="29"/>
                  </a:cubicBezTo>
                  <a:cubicBezTo>
                    <a:pt x="1444" y="84"/>
                    <a:pt x="525" y="234"/>
                    <a:pt x="4" y="657"/>
                  </a:cubicBezTo>
                  <a:cubicBezTo>
                    <a:pt x="0" y="661"/>
                    <a:pt x="0" y="664"/>
                    <a:pt x="0" y="667"/>
                  </a:cubicBezTo>
                  <a:cubicBezTo>
                    <a:pt x="4" y="671"/>
                    <a:pt x="4" y="671"/>
                    <a:pt x="7" y="671"/>
                  </a:cubicBezTo>
                  <a:lnTo>
                    <a:pt x="10" y="671"/>
                  </a:lnTo>
                  <a:cubicBezTo>
                    <a:pt x="653" y="151"/>
                    <a:pt x="1897" y="18"/>
                    <a:pt x="2911" y="18"/>
                  </a:cubicBezTo>
                  <a:cubicBezTo>
                    <a:pt x="3474" y="18"/>
                    <a:pt x="3967" y="59"/>
                    <a:pt x="4246" y="98"/>
                  </a:cubicBezTo>
                  <a:cubicBezTo>
                    <a:pt x="4249" y="98"/>
                    <a:pt x="4252" y="94"/>
                    <a:pt x="4252" y="91"/>
                  </a:cubicBezTo>
                  <a:cubicBezTo>
                    <a:pt x="4252" y="87"/>
                    <a:pt x="4252" y="84"/>
                    <a:pt x="4249" y="84"/>
                  </a:cubicBezTo>
                  <a:cubicBezTo>
                    <a:pt x="3918" y="38"/>
                    <a:pt x="3439" y="1"/>
                    <a:pt x="2907" y="1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4921475" y="3214385"/>
              <a:ext cx="1359067" cy="660320"/>
            </a:xfrm>
            <a:custGeom>
              <a:rect b="b" l="l" r="r" t="t"/>
              <a:pathLst>
                <a:path extrusionOk="0" h="14783" w="30428">
                  <a:moveTo>
                    <a:pt x="9048" y="1"/>
                  </a:moveTo>
                  <a:lnTo>
                    <a:pt x="0" y="2438"/>
                  </a:lnTo>
                  <a:lnTo>
                    <a:pt x="21379" y="14783"/>
                  </a:lnTo>
                  <a:lnTo>
                    <a:pt x="30427" y="12342"/>
                  </a:lnTo>
                  <a:lnTo>
                    <a:pt x="904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4778639" y="3182078"/>
              <a:ext cx="1556188" cy="748803"/>
            </a:xfrm>
            <a:custGeom>
              <a:rect b="b" l="l" r="r" t="t"/>
              <a:pathLst>
                <a:path extrusionOk="0" h="17026" w="35384">
                  <a:moveTo>
                    <a:pt x="11059" y="1"/>
                  </a:moveTo>
                  <a:lnTo>
                    <a:pt x="1" y="2981"/>
                  </a:lnTo>
                  <a:lnTo>
                    <a:pt x="24329" y="17025"/>
                  </a:lnTo>
                  <a:lnTo>
                    <a:pt x="35384" y="14045"/>
                  </a:lnTo>
                  <a:lnTo>
                    <a:pt x="33912" y="13192"/>
                  </a:lnTo>
                  <a:lnTo>
                    <a:pt x="24864" y="15633"/>
                  </a:lnTo>
                  <a:lnTo>
                    <a:pt x="3485" y="3288"/>
                  </a:lnTo>
                  <a:lnTo>
                    <a:pt x="12533" y="851"/>
                  </a:lnTo>
                  <a:lnTo>
                    <a:pt x="110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5316500" y="2807775"/>
              <a:ext cx="1420839" cy="963559"/>
            </a:xfrm>
            <a:custGeom>
              <a:rect b="b" l="l" r="r" t="t"/>
              <a:pathLst>
                <a:path extrusionOk="0" h="21703" w="31701">
                  <a:moveTo>
                    <a:pt x="10321" y="0"/>
                  </a:moveTo>
                  <a:lnTo>
                    <a:pt x="0" y="9362"/>
                  </a:lnTo>
                  <a:lnTo>
                    <a:pt x="21379" y="21703"/>
                  </a:lnTo>
                  <a:lnTo>
                    <a:pt x="31700" y="12341"/>
                  </a:lnTo>
                  <a:lnTo>
                    <a:pt x="1032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6266925" y="3350475"/>
              <a:ext cx="521781" cy="452051"/>
            </a:xfrm>
            <a:custGeom>
              <a:rect b="b" l="l" r="r" t="t"/>
              <a:pathLst>
                <a:path extrusionOk="0" h="10217" w="11793">
                  <a:moveTo>
                    <a:pt x="10321" y="1"/>
                  </a:moveTo>
                  <a:lnTo>
                    <a:pt x="0" y="9363"/>
                  </a:lnTo>
                  <a:lnTo>
                    <a:pt x="1472" y="10216"/>
                  </a:lnTo>
                  <a:lnTo>
                    <a:pt x="11792" y="854"/>
                  </a:lnTo>
                  <a:lnTo>
                    <a:pt x="1032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5265001" y="2770348"/>
              <a:ext cx="518788" cy="449168"/>
            </a:xfrm>
            <a:custGeom>
              <a:rect b="b" l="l" r="r" t="t"/>
              <a:pathLst>
                <a:path extrusionOk="0" h="10213" w="11796">
                  <a:moveTo>
                    <a:pt x="10318" y="1"/>
                  </a:moveTo>
                  <a:lnTo>
                    <a:pt x="0" y="9363"/>
                  </a:lnTo>
                  <a:lnTo>
                    <a:pt x="1474" y="10213"/>
                  </a:lnTo>
                  <a:lnTo>
                    <a:pt x="11795" y="851"/>
                  </a:lnTo>
                  <a:lnTo>
                    <a:pt x="1031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6260300" y="2284971"/>
              <a:ext cx="1394218" cy="940744"/>
            </a:xfrm>
            <a:custGeom>
              <a:rect b="b" l="l" r="r" t="t"/>
              <a:pathLst>
                <a:path extrusionOk="0" h="21100" w="31271">
                  <a:moveTo>
                    <a:pt x="9891" y="0"/>
                  </a:moveTo>
                  <a:lnTo>
                    <a:pt x="0" y="8758"/>
                  </a:lnTo>
                  <a:lnTo>
                    <a:pt x="21376" y="21100"/>
                  </a:lnTo>
                  <a:lnTo>
                    <a:pt x="31270" y="12342"/>
                  </a:lnTo>
                  <a:lnTo>
                    <a:pt x="989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6205049" y="2208693"/>
              <a:ext cx="1556320" cy="1048351"/>
            </a:xfrm>
            <a:custGeom>
              <a:rect b="b" l="l" r="r" t="t"/>
              <a:pathLst>
                <a:path extrusionOk="0" h="23837" w="35387">
                  <a:moveTo>
                    <a:pt x="11059" y="0"/>
                  </a:moveTo>
                  <a:lnTo>
                    <a:pt x="1" y="9793"/>
                  </a:lnTo>
                  <a:lnTo>
                    <a:pt x="1478" y="10642"/>
                  </a:lnTo>
                  <a:lnTo>
                    <a:pt x="11369" y="1884"/>
                  </a:lnTo>
                  <a:lnTo>
                    <a:pt x="32748" y="14226"/>
                  </a:lnTo>
                  <a:lnTo>
                    <a:pt x="22854" y="22984"/>
                  </a:lnTo>
                  <a:lnTo>
                    <a:pt x="24328" y="23837"/>
                  </a:lnTo>
                  <a:lnTo>
                    <a:pt x="35387" y="14045"/>
                  </a:lnTo>
                  <a:lnTo>
                    <a:pt x="1105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5767950" y="2669275"/>
              <a:ext cx="1463143" cy="691092"/>
            </a:xfrm>
            <a:custGeom>
              <a:rect b="b" l="l" r="r" t="t"/>
              <a:pathLst>
                <a:path extrusionOk="0" h="15321" w="32435">
                  <a:moveTo>
                    <a:pt x="11058" y="0"/>
                  </a:moveTo>
                  <a:lnTo>
                    <a:pt x="0" y="2980"/>
                  </a:lnTo>
                  <a:lnTo>
                    <a:pt x="21379" y="15321"/>
                  </a:lnTo>
                  <a:lnTo>
                    <a:pt x="32434" y="12342"/>
                  </a:lnTo>
                  <a:lnTo>
                    <a:pt x="1105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5718731" y="2639335"/>
              <a:ext cx="551377" cy="168487"/>
            </a:xfrm>
            <a:custGeom>
              <a:rect b="b" l="l" r="r" t="t"/>
              <a:pathLst>
                <a:path extrusionOk="0" h="3831" w="12537">
                  <a:moveTo>
                    <a:pt x="11059" y="1"/>
                  </a:moveTo>
                  <a:lnTo>
                    <a:pt x="1" y="2980"/>
                  </a:lnTo>
                  <a:lnTo>
                    <a:pt x="1478" y="3830"/>
                  </a:lnTo>
                  <a:lnTo>
                    <a:pt x="12536" y="850"/>
                  </a:lnTo>
                  <a:lnTo>
                    <a:pt x="110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6626543" y="2291550"/>
              <a:ext cx="422560" cy="272896"/>
            </a:xfrm>
            <a:custGeom>
              <a:rect b="b" l="l" r="r" t="t"/>
              <a:pathLst>
                <a:path extrusionOk="0" h="6205" w="9608">
                  <a:moveTo>
                    <a:pt x="1785" y="0"/>
                  </a:moveTo>
                  <a:lnTo>
                    <a:pt x="0" y="1581"/>
                  </a:lnTo>
                  <a:lnTo>
                    <a:pt x="738" y="6205"/>
                  </a:lnTo>
                  <a:lnTo>
                    <a:pt x="9608" y="4516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7024903" y="2526925"/>
              <a:ext cx="329806" cy="288069"/>
            </a:xfrm>
            <a:custGeom>
              <a:rect b="b" l="l" r="r" t="t"/>
              <a:pathLst>
                <a:path extrusionOk="0" h="6550" w="7499">
                  <a:moveTo>
                    <a:pt x="2000" y="0"/>
                  </a:moveTo>
                  <a:lnTo>
                    <a:pt x="0" y="393"/>
                  </a:lnTo>
                  <a:lnTo>
                    <a:pt x="3898" y="6550"/>
                  </a:lnTo>
                  <a:cubicBezTo>
                    <a:pt x="5280" y="5775"/>
                    <a:pt x="6615" y="4673"/>
                    <a:pt x="7498" y="3174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6861258" y="2556654"/>
              <a:ext cx="279405" cy="326156"/>
            </a:xfrm>
            <a:custGeom>
              <a:rect b="b" l="l" r="r" t="t"/>
              <a:pathLst>
                <a:path extrusionOk="0" h="7416" w="6353">
                  <a:moveTo>
                    <a:pt x="2270" y="0"/>
                  </a:moveTo>
                  <a:lnTo>
                    <a:pt x="1" y="440"/>
                  </a:lnTo>
                  <a:lnTo>
                    <a:pt x="1421" y="7358"/>
                  </a:lnTo>
                  <a:cubicBezTo>
                    <a:pt x="1768" y="7397"/>
                    <a:pt x="2133" y="7416"/>
                    <a:pt x="2517" y="7416"/>
                  </a:cubicBezTo>
                  <a:cubicBezTo>
                    <a:pt x="2601" y="7416"/>
                    <a:pt x="2687" y="7415"/>
                    <a:pt x="2773" y="7413"/>
                  </a:cubicBezTo>
                  <a:cubicBezTo>
                    <a:pt x="3575" y="7389"/>
                    <a:pt x="4923" y="7109"/>
                    <a:pt x="6353" y="6498"/>
                  </a:cubicBezTo>
                  <a:lnTo>
                    <a:pt x="22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6666915" y="2587132"/>
              <a:ext cx="192764" cy="281428"/>
            </a:xfrm>
            <a:custGeom>
              <a:rect b="b" l="l" r="r" t="t"/>
              <a:pathLst>
                <a:path extrusionOk="0" h="6399" w="4383">
                  <a:moveTo>
                    <a:pt x="3137" y="0"/>
                  </a:moveTo>
                  <a:lnTo>
                    <a:pt x="1" y="610"/>
                  </a:lnTo>
                  <a:lnTo>
                    <a:pt x="631" y="4522"/>
                  </a:lnTo>
                  <a:cubicBezTo>
                    <a:pt x="1324" y="4976"/>
                    <a:pt x="2529" y="5911"/>
                    <a:pt x="4383" y="6399"/>
                  </a:cubicBezTo>
                  <a:lnTo>
                    <a:pt x="313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6964388" y="2690966"/>
              <a:ext cx="680942" cy="360152"/>
            </a:xfrm>
            <a:custGeom>
              <a:rect b="b" l="l" r="r" t="t"/>
              <a:pathLst>
                <a:path extrusionOk="0" h="8189" w="15483">
                  <a:moveTo>
                    <a:pt x="9840" y="1"/>
                  </a:moveTo>
                  <a:cubicBezTo>
                    <a:pt x="7731" y="3519"/>
                    <a:pt x="3044" y="5327"/>
                    <a:pt x="644" y="5327"/>
                  </a:cubicBezTo>
                  <a:cubicBezTo>
                    <a:pt x="570" y="5327"/>
                    <a:pt x="497" y="5325"/>
                    <a:pt x="428" y="5322"/>
                  </a:cubicBezTo>
                  <a:cubicBezTo>
                    <a:pt x="428" y="5322"/>
                    <a:pt x="1" y="5390"/>
                    <a:pt x="428" y="5635"/>
                  </a:cubicBezTo>
                  <a:cubicBezTo>
                    <a:pt x="854" y="5881"/>
                    <a:pt x="4851" y="8188"/>
                    <a:pt x="4851" y="8188"/>
                  </a:cubicBezTo>
                  <a:lnTo>
                    <a:pt x="11407" y="6867"/>
                  </a:lnTo>
                  <a:lnTo>
                    <a:pt x="15482" y="3260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7231120" y="3047327"/>
              <a:ext cx="173589" cy="81539"/>
            </a:xfrm>
            <a:custGeom>
              <a:rect b="b" l="l" r="r" t="t"/>
              <a:pathLst>
                <a:path extrusionOk="0" h="1854" w="3947">
                  <a:moveTo>
                    <a:pt x="3946" y="0"/>
                  </a:moveTo>
                  <a:lnTo>
                    <a:pt x="1" y="785"/>
                  </a:lnTo>
                  <a:lnTo>
                    <a:pt x="1850" y="1853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6270050" y="2404707"/>
              <a:ext cx="356546" cy="421680"/>
            </a:xfrm>
            <a:custGeom>
              <a:rect b="b" l="l" r="r" t="t"/>
              <a:pathLst>
                <a:path extrusionOk="0" h="9588" w="8107">
                  <a:moveTo>
                    <a:pt x="6983" y="1"/>
                  </a:moveTo>
                  <a:lnTo>
                    <a:pt x="0" y="6185"/>
                  </a:lnTo>
                  <a:lnTo>
                    <a:pt x="5895" y="9588"/>
                  </a:lnTo>
                  <a:lnTo>
                    <a:pt x="8106" y="8315"/>
                  </a:lnTo>
                  <a:lnTo>
                    <a:pt x="69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6751443" y="2898018"/>
              <a:ext cx="509948" cy="321494"/>
            </a:xfrm>
            <a:custGeom>
              <a:rect b="b" l="l" r="r" t="t"/>
              <a:pathLst>
                <a:path extrusionOk="0" h="7310" w="11595">
                  <a:moveTo>
                    <a:pt x="601" y="0"/>
                  </a:moveTo>
                  <a:cubicBezTo>
                    <a:pt x="224" y="0"/>
                    <a:pt x="1" y="581"/>
                    <a:pt x="109" y="1351"/>
                  </a:cubicBezTo>
                  <a:lnTo>
                    <a:pt x="10430" y="7310"/>
                  </a:lnTo>
                  <a:lnTo>
                    <a:pt x="11594" y="6279"/>
                  </a:lnTo>
                  <a:cubicBezTo>
                    <a:pt x="11594" y="6279"/>
                    <a:pt x="1365" y="374"/>
                    <a:pt x="846" y="74"/>
                  </a:cubicBezTo>
                  <a:cubicBezTo>
                    <a:pt x="759" y="24"/>
                    <a:pt x="677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6583751" y="2821407"/>
              <a:ext cx="137965" cy="98647"/>
            </a:xfrm>
            <a:custGeom>
              <a:rect b="b" l="l" r="r" t="t"/>
              <a:pathLst>
                <a:path extrusionOk="0" h="2243" w="3137">
                  <a:moveTo>
                    <a:pt x="1512" y="1"/>
                  </a:moveTo>
                  <a:lnTo>
                    <a:pt x="0" y="830"/>
                  </a:lnTo>
                  <a:lnTo>
                    <a:pt x="2448" y="2242"/>
                  </a:lnTo>
                  <a:cubicBezTo>
                    <a:pt x="2338" y="1567"/>
                    <a:pt x="3137" y="966"/>
                    <a:pt x="3137" y="966"/>
                  </a:cubicBezTo>
                  <a:cubicBezTo>
                    <a:pt x="3137" y="966"/>
                    <a:pt x="2021" y="294"/>
                    <a:pt x="15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5783732" y="2752228"/>
              <a:ext cx="446265" cy="205211"/>
            </a:xfrm>
            <a:custGeom>
              <a:rect b="b" l="l" r="r" t="t"/>
              <a:pathLst>
                <a:path extrusionOk="0" h="4666" w="10147">
                  <a:moveTo>
                    <a:pt x="4679" y="0"/>
                  </a:moveTo>
                  <a:lnTo>
                    <a:pt x="0" y="1263"/>
                  </a:lnTo>
                  <a:lnTo>
                    <a:pt x="5895" y="4666"/>
                  </a:lnTo>
                  <a:lnTo>
                    <a:pt x="10147" y="3522"/>
                  </a:lnTo>
                  <a:lnTo>
                    <a:pt x="467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6057500" y="2706007"/>
              <a:ext cx="103925" cy="69972"/>
            </a:xfrm>
            <a:custGeom>
              <a:rect b="b" l="l" r="r" t="t"/>
              <a:pathLst>
                <a:path extrusionOk="0" h="1591" w="2363">
                  <a:moveTo>
                    <a:pt x="2362" y="0"/>
                  </a:moveTo>
                  <a:lnTo>
                    <a:pt x="1" y="638"/>
                  </a:lnTo>
                  <a:lnTo>
                    <a:pt x="1478" y="1590"/>
                  </a:lnTo>
                  <a:lnTo>
                    <a:pt x="236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6172505" y="2676717"/>
              <a:ext cx="356810" cy="212160"/>
            </a:xfrm>
            <a:custGeom>
              <a:rect b="b" l="l" r="r" t="t"/>
              <a:pathLst>
                <a:path extrusionOk="0" h="4824" w="8113">
                  <a:moveTo>
                    <a:pt x="2218" y="0"/>
                  </a:moveTo>
                  <a:lnTo>
                    <a:pt x="1557" y="178"/>
                  </a:lnTo>
                  <a:lnTo>
                    <a:pt x="0" y="2987"/>
                  </a:lnTo>
                  <a:lnTo>
                    <a:pt x="0" y="2990"/>
                  </a:lnTo>
                  <a:lnTo>
                    <a:pt x="2850" y="4823"/>
                  </a:lnTo>
                  <a:lnTo>
                    <a:pt x="8113" y="340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6756236" y="2957390"/>
              <a:ext cx="453962" cy="294974"/>
            </a:xfrm>
            <a:custGeom>
              <a:rect b="b" l="l" r="r" t="t"/>
              <a:pathLst>
                <a:path extrusionOk="0" h="6707" w="10322">
                  <a:moveTo>
                    <a:pt x="0" y="1"/>
                  </a:moveTo>
                  <a:cubicBezTo>
                    <a:pt x="0" y="1"/>
                    <a:pt x="1966" y="4363"/>
                    <a:pt x="2368" y="5110"/>
                  </a:cubicBezTo>
                  <a:cubicBezTo>
                    <a:pt x="2768" y="5854"/>
                    <a:pt x="3253" y="6031"/>
                    <a:pt x="4017" y="6195"/>
                  </a:cubicBezTo>
                  <a:cubicBezTo>
                    <a:pt x="4768" y="6355"/>
                    <a:pt x="7457" y="6694"/>
                    <a:pt x="7557" y="6707"/>
                  </a:cubicBezTo>
                  <a:lnTo>
                    <a:pt x="7560" y="6707"/>
                  </a:lnTo>
                  <a:lnTo>
                    <a:pt x="10321" y="59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6346309" y="2857866"/>
              <a:ext cx="474808" cy="367805"/>
            </a:xfrm>
            <a:custGeom>
              <a:rect b="b" l="l" r="r" t="t"/>
              <a:pathLst>
                <a:path extrusionOk="0" h="8363" w="10796">
                  <a:moveTo>
                    <a:pt x="5399" y="1"/>
                  </a:moveTo>
                  <a:lnTo>
                    <a:pt x="0" y="1413"/>
                  </a:lnTo>
                  <a:lnTo>
                    <a:pt x="10796" y="8363"/>
                  </a:lnTo>
                  <a:lnTo>
                    <a:pt x="10796" y="8363"/>
                  </a:lnTo>
                  <a:lnTo>
                    <a:pt x="7847" y="141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6093079" y="2937863"/>
              <a:ext cx="593114" cy="300427"/>
            </a:xfrm>
            <a:custGeom>
              <a:rect b="b" l="l" r="r" t="t"/>
              <a:pathLst>
                <a:path extrusionOk="0" h="6831" w="13486">
                  <a:moveTo>
                    <a:pt x="4202" y="1"/>
                  </a:moveTo>
                  <a:lnTo>
                    <a:pt x="4" y="1100"/>
                  </a:lnTo>
                  <a:lnTo>
                    <a:pt x="0" y="1107"/>
                  </a:lnTo>
                  <a:lnTo>
                    <a:pt x="9919" y="6831"/>
                  </a:lnTo>
                  <a:lnTo>
                    <a:pt x="13485" y="5980"/>
                  </a:lnTo>
                  <a:lnTo>
                    <a:pt x="4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6594130" y="3239426"/>
              <a:ext cx="267179" cy="111093"/>
            </a:xfrm>
            <a:custGeom>
              <a:rect b="b" l="l" r="r" t="t"/>
              <a:pathLst>
                <a:path extrusionOk="0" h="2526" w="6075">
                  <a:moveTo>
                    <a:pt x="3458" y="1"/>
                  </a:moveTo>
                  <a:lnTo>
                    <a:pt x="0" y="823"/>
                  </a:lnTo>
                  <a:lnTo>
                    <a:pt x="2952" y="2526"/>
                  </a:lnTo>
                  <a:lnTo>
                    <a:pt x="6075" y="1686"/>
                  </a:lnTo>
                  <a:lnTo>
                    <a:pt x="345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6871021" y="3265550"/>
              <a:ext cx="112193" cy="31710"/>
            </a:xfrm>
            <a:custGeom>
              <a:rect b="b" l="l" r="r" t="t"/>
              <a:pathLst>
                <a:path extrusionOk="0" h="721" w="2551">
                  <a:moveTo>
                    <a:pt x="1" y="0"/>
                  </a:moveTo>
                  <a:lnTo>
                    <a:pt x="1158" y="720"/>
                  </a:lnTo>
                  <a:lnTo>
                    <a:pt x="2551" y="3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6346309" y="3275621"/>
              <a:ext cx="377700" cy="243341"/>
            </a:xfrm>
            <a:custGeom>
              <a:rect b="b" l="l" r="r" t="t"/>
              <a:pathLst>
                <a:path extrusionOk="0" h="5533" w="8588">
                  <a:moveTo>
                    <a:pt x="5635" y="0"/>
                  </a:moveTo>
                  <a:lnTo>
                    <a:pt x="908" y="1621"/>
                  </a:lnTo>
                  <a:lnTo>
                    <a:pt x="0" y="5110"/>
                  </a:lnTo>
                  <a:lnTo>
                    <a:pt x="4362" y="5532"/>
                  </a:lnTo>
                  <a:lnTo>
                    <a:pt x="8587" y="1703"/>
                  </a:lnTo>
                  <a:lnTo>
                    <a:pt x="5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5329826" y="3084797"/>
              <a:ext cx="521779" cy="275491"/>
            </a:xfrm>
            <a:custGeom>
              <a:rect b="b" l="l" r="r" t="t"/>
              <a:pathLst>
                <a:path extrusionOk="0" h="6264" w="11864">
                  <a:moveTo>
                    <a:pt x="7782" y="1"/>
                  </a:moveTo>
                  <a:lnTo>
                    <a:pt x="3304" y="2523"/>
                  </a:lnTo>
                  <a:lnTo>
                    <a:pt x="673" y="2455"/>
                  </a:lnTo>
                  <a:lnTo>
                    <a:pt x="0" y="3063"/>
                  </a:lnTo>
                  <a:lnTo>
                    <a:pt x="5539" y="6264"/>
                  </a:lnTo>
                  <a:lnTo>
                    <a:pt x="11864" y="841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5990256" y="2986504"/>
              <a:ext cx="539063" cy="307904"/>
            </a:xfrm>
            <a:custGeom>
              <a:rect b="b" l="l" r="r" t="t"/>
              <a:pathLst>
                <a:path extrusionOk="0" h="7001" w="12257">
                  <a:moveTo>
                    <a:pt x="2338" y="1"/>
                  </a:moveTo>
                  <a:lnTo>
                    <a:pt x="0" y="2052"/>
                  </a:lnTo>
                  <a:lnTo>
                    <a:pt x="8571" y="7001"/>
                  </a:lnTo>
                  <a:lnTo>
                    <a:pt x="12257" y="5725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5772429" y="2807774"/>
              <a:ext cx="270565" cy="272588"/>
            </a:xfrm>
            <a:custGeom>
              <a:rect b="b" l="l" r="r" t="t"/>
              <a:pathLst>
                <a:path extrusionOk="0" h="6198" w="6152">
                  <a:moveTo>
                    <a:pt x="257" y="0"/>
                  </a:moveTo>
                  <a:lnTo>
                    <a:pt x="1" y="5532"/>
                  </a:lnTo>
                  <a:lnTo>
                    <a:pt x="2896" y="6198"/>
                  </a:lnTo>
                  <a:lnTo>
                    <a:pt x="6152" y="3403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5603462" y="2863891"/>
              <a:ext cx="118306" cy="182737"/>
            </a:xfrm>
            <a:custGeom>
              <a:rect b="b" l="l" r="r" t="t"/>
              <a:pathLst>
                <a:path extrusionOk="0" h="4155" w="2690">
                  <a:moveTo>
                    <a:pt x="2690" y="0"/>
                  </a:moveTo>
                  <a:lnTo>
                    <a:pt x="0" y="2444"/>
                  </a:lnTo>
                  <a:lnTo>
                    <a:pt x="584" y="4154"/>
                  </a:lnTo>
                  <a:lnTo>
                    <a:pt x="1150" y="3830"/>
                  </a:lnTo>
                  <a:lnTo>
                    <a:pt x="2509" y="4021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5417168" y="3019972"/>
              <a:ext cx="153446" cy="120285"/>
            </a:xfrm>
            <a:custGeom>
              <a:rect b="b" l="l" r="r" t="t"/>
              <a:pathLst>
                <a:path extrusionOk="0" h="2735" w="3489">
                  <a:moveTo>
                    <a:pt x="3014" y="1"/>
                  </a:moveTo>
                  <a:lnTo>
                    <a:pt x="1" y="2735"/>
                  </a:lnTo>
                  <a:lnTo>
                    <a:pt x="1206" y="2694"/>
                  </a:lnTo>
                  <a:lnTo>
                    <a:pt x="3489" y="1376"/>
                  </a:lnTo>
                  <a:lnTo>
                    <a:pt x="301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5733156" y="3121871"/>
              <a:ext cx="565319" cy="322329"/>
            </a:xfrm>
            <a:custGeom>
              <a:rect b="b" l="l" r="r" t="t"/>
              <a:pathLst>
                <a:path extrusionOk="0" h="7329" w="12854">
                  <a:moveTo>
                    <a:pt x="4676" y="1"/>
                  </a:moveTo>
                  <a:lnTo>
                    <a:pt x="0" y="4110"/>
                  </a:lnTo>
                  <a:lnTo>
                    <a:pt x="5574" y="7329"/>
                  </a:lnTo>
                  <a:lnTo>
                    <a:pt x="12853" y="4721"/>
                  </a:lnTo>
                  <a:lnTo>
                    <a:pt x="467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5978250" y="3376025"/>
              <a:ext cx="335963" cy="353115"/>
            </a:xfrm>
            <a:custGeom>
              <a:rect b="b" l="l" r="r" t="t"/>
              <a:pathLst>
                <a:path extrusionOk="0" h="8029" w="7639">
                  <a:moveTo>
                    <a:pt x="7639" y="1"/>
                  </a:moveTo>
                  <a:lnTo>
                    <a:pt x="1" y="2741"/>
                  </a:lnTo>
                  <a:lnTo>
                    <a:pt x="598" y="5297"/>
                  </a:lnTo>
                  <a:lnTo>
                    <a:pt x="598" y="5300"/>
                  </a:lnTo>
                  <a:lnTo>
                    <a:pt x="5322" y="8028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6280561" y="3556426"/>
              <a:ext cx="201472" cy="196239"/>
            </a:xfrm>
            <a:custGeom>
              <a:rect b="b" l="l" r="r" t="t"/>
              <a:pathLst>
                <a:path extrusionOk="0" h="4462" w="4581">
                  <a:moveTo>
                    <a:pt x="1164" y="1"/>
                  </a:moveTo>
                  <a:lnTo>
                    <a:pt x="1" y="4462"/>
                  </a:lnTo>
                  <a:lnTo>
                    <a:pt x="1642" y="2973"/>
                  </a:lnTo>
                  <a:lnTo>
                    <a:pt x="4580" y="305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5836110" y="3500309"/>
              <a:ext cx="115008" cy="77317"/>
            </a:xfrm>
            <a:custGeom>
              <a:rect b="b" l="l" r="r" t="t"/>
              <a:pathLst>
                <a:path extrusionOk="0" h="1758" w="2615">
                  <a:moveTo>
                    <a:pt x="2120" y="1"/>
                  </a:moveTo>
                  <a:lnTo>
                    <a:pt x="0" y="263"/>
                  </a:lnTo>
                  <a:lnTo>
                    <a:pt x="2591" y="1758"/>
                  </a:lnTo>
                  <a:lnTo>
                    <a:pt x="2615" y="1704"/>
                  </a:lnTo>
                  <a:lnTo>
                    <a:pt x="212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5630157" y="3340446"/>
              <a:ext cx="275183" cy="137965"/>
            </a:xfrm>
            <a:custGeom>
              <a:rect b="b" l="l" r="r" t="t"/>
              <a:pathLst>
                <a:path extrusionOk="0" h="3137" w="6257">
                  <a:moveTo>
                    <a:pt x="1363" y="0"/>
                  </a:moveTo>
                  <a:lnTo>
                    <a:pt x="0" y="1195"/>
                  </a:lnTo>
                  <a:lnTo>
                    <a:pt x="3363" y="3137"/>
                  </a:lnTo>
                  <a:lnTo>
                    <a:pt x="3366" y="3137"/>
                  </a:lnTo>
                  <a:lnTo>
                    <a:pt x="6257" y="2690"/>
                  </a:lnTo>
                  <a:lnTo>
                    <a:pt x="136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6626543" y="2291550"/>
              <a:ext cx="422560" cy="272896"/>
            </a:xfrm>
            <a:custGeom>
              <a:rect b="b" l="l" r="r" t="t"/>
              <a:pathLst>
                <a:path extrusionOk="0" h="6205" w="9608">
                  <a:moveTo>
                    <a:pt x="1785" y="0"/>
                  </a:moveTo>
                  <a:lnTo>
                    <a:pt x="0" y="1581"/>
                  </a:lnTo>
                  <a:lnTo>
                    <a:pt x="738" y="6205"/>
                  </a:lnTo>
                  <a:lnTo>
                    <a:pt x="9608" y="4516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7024903" y="2526925"/>
              <a:ext cx="329806" cy="288069"/>
            </a:xfrm>
            <a:custGeom>
              <a:rect b="b" l="l" r="r" t="t"/>
              <a:pathLst>
                <a:path extrusionOk="0" h="6550" w="7499">
                  <a:moveTo>
                    <a:pt x="2000" y="0"/>
                  </a:moveTo>
                  <a:lnTo>
                    <a:pt x="0" y="393"/>
                  </a:lnTo>
                  <a:lnTo>
                    <a:pt x="3898" y="6550"/>
                  </a:lnTo>
                  <a:cubicBezTo>
                    <a:pt x="5280" y="5775"/>
                    <a:pt x="6615" y="4673"/>
                    <a:pt x="7498" y="3174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6861258" y="2556654"/>
              <a:ext cx="279405" cy="326200"/>
            </a:xfrm>
            <a:custGeom>
              <a:rect b="b" l="l" r="r" t="t"/>
              <a:pathLst>
                <a:path extrusionOk="0" h="7417" w="6353">
                  <a:moveTo>
                    <a:pt x="2270" y="0"/>
                  </a:moveTo>
                  <a:lnTo>
                    <a:pt x="1" y="440"/>
                  </a:lnTo>
                  <a:lnTo>
                    <a:pt x="1421" y="7358"/>
                  </a:lnTo>
                  <a:cubicBezTo>
                    <a:pt x="1759" y="7396"/>
                    <a:pt x="2110" y="7416"/>
                    <a:pt x="2479" y="7416"/>
                  </a:cubicBezTo>
                  <a:cubicBezTo>
                    <a:pt x="2578" y="7416"/>
                    <a:pt x="2673" y="7416"/>
                    <a:pt x="2773" y="7413"/>
                  </a:cubicBezTo>
                  <a:cubicBezTo>
                    <a:pt x="3575" y="7389"/>
                    <a:pt x="4923" y="7109"/>
                    <a:pt x="6353" y="6498"/>
                  </a:cubicBezTo>
                  <a:lnTo>
                    <a:pt x="227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6666915" y="2587132"/>
              <a:ext cx="192764" cy="281428"/>
            </a:xfrm>
            <a:custGeom>
              <a:rect b="b" l="l" r="r" t="t"/>
              <a:pathLst>
                <a:path extrusionOk="0" h="6399" w="4383">
                  <a:moveTo>
                    <a:pt x="3137" y="0"/>
                  </a:moveTo>
                  <a:lnTo>
                    <a:pt x="1" y="610"/>
                  </a:lnTo>
                  <a:lnTo>
                    <a:pt x="631" y="4522"/>
                  </a:lnTo>
                  <a:cubicBezTo>
                    <a:pt x="1324" y="4976"/>
                    <a:pt x="2529" y="5911"/>
                    <a:pt x="4383" y="6399"/>
                  </a:cubicBezTo>
                  <a:lnTo>
                    <a:pt x="3137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6974943" y="2690966"/>
              <a:ext cx="670387" cy="360152"/>
            </a:xfrm>
            <a:custGeom>
              <a:rect b="b" l="l" r="r" t="t"/>
              <a:pathLst>
                <a:path extrusionOk="0" h="8189" w="15243">
                  <a:moveTo>
                    <a:pt x="9600" y="1"/>
                  </a:moveTo>
                  <a:lnTo>
                    <a:pt x="9600" y="4"/>
                  </a:lnTo>
                  <a:cubicBezTo>
                    <a:pt x="7491" y="3519"/>
                    <a:pt x="2806" y="5328"/>
                    <a:pt x="402" y="5328"/>
                  </a:cubicBezTo>
                  <a:cubicBezTo>
                    <a:pt x="331" y="5328"/>
                    <a:pt x="259" y="5325"/>
                    <a:pt x="188" y="5322"/>
                  </a:cubicBezTo>
                  <a:cubicBezTo>
                    <a:pt x="188" y="5322"/>
                    <a:pt x="0" y="5352"/>
                    <a:pt x="0" y="5444"/>
                  </a:cubicBezTo>
                  <a:cubicBezTo>
                    <a:pt x="0" y="5489"/>
                    <a:pt x="44" y="5553"/>
                    <a:pt x="188" y="5635"/>
                  </a:cubicBezTo>
                  <a:cubicBezTo>
                    <a:pt x="614" y="5881"/>
                    <a:pt x="4611" y="8188"/>
                    <a:pt x="4611" y="8188"/>
                  </a:cubicBezTo>
                  <a:lnTo>
                    <a:pt x="11167" y="6867"/>
                  </a:lnTo>
                  <a:lnTo>
                    <a:pt x="15242" y="3260"/>
                  </a:lnTo>
                  <a:lnTo>
                    <a:pt x="9600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7231120" y="3047327"/>
              <a:ext cx="173589" cy="81539"/>
            </a:xfrm>
            <a:custGeom>
              <a:rect b="b" l="l" r="r" t="t"/>
              <a:pathLst>
                <a:path extrusionOk="0" h="1854" w="3947">
                  <a:moveTo>
                    <a:pt x="3946" y="0"/>
                  </a:moveTo>
                  <a:lnTo>
                    <a:pt x="1" y="785"/>
                  </a:lnTo>
                  <a:lnTo>
                    <a:pt x="1850" y="1853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6577154" y="2404707"/>
              <a:ext cx="49434" cy="365694"/>
            </a:xfrm>
            <a:custGeom>
              <a:rect b="b" l="l" r="r" t="t"/>
              <a:pathLst>
                <a:path extrusionOk="0" h="8315" w="1124">
                  <a:moveTo>
                    <a:pt x="0" y="1"/>
                  </a:moveTo>
                  <a:lnTo>
                    <a:pt x="0" y="1"/>
                  </a:lnTo>
                  <a:lnTo>
                    <a:pt x="1123" y="8315"/>
                  </a:lnTo>
                  <a:close/>
                </a:path>
              </a:pathLst>
            </a:custGeom>
            <a:solidFill>
              <a:srgbClr val="2E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6270050" y="2404707"/>
              <a:ext cx="356546" cy="421680"/>
            </a:xfrm>
            <a:custGeom>
              <a:rect b="b" l="l" r="r" t="t"/>
              <a:pathLst>
                <a:path extrusionOk="0" h="9588" w="8107">
                  <a:moveTo>
                    <a:pt x="6983" y="1"/>
                  </a:moveTo>
                  <a:lnTo>
                    <a:pt x="6747" y="209"/>
                  </a:lnTo>
                  <a:cubicBezTo>
                    <a:pt x="5857" y="2485"/>
                    <a:pt x="4737" y="4837"/>
                    <a:pt x="4195" y="5946"/>
                  </a:cubicBezTo>
                  <a:cubicBezTo>
                    <a:pt x="4096" y="6151"/>
                    <a:pt x="3894" y="6264"/>
                    <a:pt x="3690" y="6264"/>
                  </a:cubicBezTo>
                  <a:cubicBezTo>
                    <a:pt x="3587" y="6264"/>
                    <a:pt x="3482" y="6233"/>
                    <a:pt x="3389" y="6175"/>
                  </a:cubicBezTo>
                  <a:lnTo>
                    <a:pt x="1847" y="5301"/>
                  </a:lnTo>
                  <a:cubicBezTo>
                    <a:pt x="1847" y="5301"/>
                    <a:pt x="1680" y="5168"/>
                    <a:pt x="1417" y="4929"/>
                  </a:cubicBezTo>
                  <a:lnTo>
                    <a:pt x="0" y="6185"/>
                  </a:lnTo>
                  <a:lnTo>
                    <a:pt x="5895" y="9588"/>
                  </a:lnTo>
                  <a:lnTo>
                    <a:pt x="8106" y="8315"/>
                  </a:lnTo>
                  <a:lnTo>
                    <a:pt x="6983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6755005" y="2898106"/>
              <a:ext cx="506386" cy="321406"/>
            </a:xfrm>
            <a:custGeom>
              <a:rect b="b" l="l" r="r" t="t"/>
              <a:pathLst>
                <a:path extrusionOk="0" h="7308" w="11514">
                  <a:moveTo>
                    <a:pt x="520" y="0"/>
                  </a:moveTo>
                  <a:cubicBezTo>
                    <a:pt x="209" y="0"/>
                    <a:pt x="0" y="396"/>
                    <a:pt x="0" y="969"/>
                  </a:cubicBezTo>
                  <a:cubicBezTo>
                    <a:pt x="0" y="1089"/>
                    <a:pt x="11" y="1219"/>
                    <a:pt x="28" y="1349"/>
                  </a:cubicBezTo>
                  <a:lnTo>
                    <a:pt x="10349" y="7308"/>
                  </a:lnTo>
                  <a:lnTo>
                    <a:pt x="11513" y="6277"/>
                  </a:lnTo>
                  <a:cubicBezTo>
                    <a:pt x="11513" y="6277"/>
                    <a:pt x="1284" y="372"/>
                    <a:pt x="765" y="72"/>
                  </a:cubicBezTo>
                  <a:cubicBezTo>
                    <a:pt x="680" y="21"/>
                    <a:pt x="598" y="0"/>
                    <a:pt x="520" y="0"/>
                  </a:cubicBez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6583751" y="2821407"/>
              <a:ext cx="137965" cy="98647"/>
            </a:xfrm>
            <a:custGeom>
              <a:rect b="b" l="l" r="r" t="t"/>
              <a:pathLst>
                <a:path extrusionOk="0" h="2243" w="3137">
                  <a:moveTo>
                    <a:pt x="1512" y="1"/>
                  </a:moveTo>
                  <a:lnTo>
                    <a:pt x="0" y="830"/>
                  </a:lnTo>
                  <a:lnTo>
                    <a:pt x="2448" y="2242"/>
                  </a:lnTo>
                  <a:cubicBezTo>
                    <a:pt x="2440" y="2198"/>
                    <a:pt x="2437" y="2157"/>
                    <a:pt x="2437" y="2113"/>
                  </a:cubicBezTo>
                  <a:cubicBezTo>
                    <a:pt x="2437" y="1492"/>
                    <a:pt x="3137" y="966"/>
                    <a:pt x="3137" y="966"/>
                  </a:cubicBezTo>
                  <a:cubicBezTo>
                    <a:pt x="3137" y="966"/>
                    <a:pt x="2021" y="294"/>
                    <a:pt x="1512" y="1"/>
                  </a:cubicBez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6346309" y="3275621"/>
              <a:ext cx="377700" cy="243341"/>
            </a:xfrm>
            <a:custGeom>
              <a:rect b="b" l="l" r="r" t="t"/>
              <a:pathLst>
                <a:path extrusionOk="0" h="5533" w="8588">
                  <a:moveTo>
                    <a:pt x="5635" y="0"/>
                  </a:moveTo>
                  <a:lnTo>
                    <a:pt x="908" y="1621"/>
                  </a:lnTo>
                  <a:lnTo>
                    <a:pt x="0" y="5110"/>
                  </a:lnTo>
                  <a:lnTo>
                    <a:pt x="4362" y="5532"/>
                  </a:lnTo>
                  <a:lnTo>
                    <a:pt x="8587" y="1703"/>
                  </a:lnTo>
                  <a:lnTo>
                    <a:pt x="5635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5329826" y="3084797"/>
              <a:ext cx="521779" cy="275491"/>
            </a:xfrm>
            <a:custGeom>
              <a:rect b="b" l="l" r="r" t="t"/>
              <a:pathLst>
                <a:path extrusionOk="0" h="6264" w="11864">
                  <a:moveTo>
                    <a:pt x="7782" y="1"/>
                  </a:moveTo>
                  <a:lnTo>
                    <a:pt x="3304" y="2523"/>
                  </a:lnTo>
                  <a:lnTo>
                    <a:pt x="673" y="2455"/>
                  </a:lnTo>
                  <a:lnTo>
                    <a:pt x="0" y="3063"/>
                  </a:lnTo>
                  <a:lnTo>
                    <a:pt x="5539" y="6264"/>
                  </a:lnTo>
                  <a:lnTo>
                    <a:pt x="11864" y="841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5990256" y="2986504"/>
              <a:ext cx="539063" cy="307904"/>
            </a:xfrm>
            <a:custGeom>
              <a:rect b="b" l="l" r="r" t="t"/>
              <a:pathLst>
                <a:path extrusionOk="0" h="7001" w="12257">
                  <a:moveTo>
                    <a:pt x="2338" y="1"/>
                  </a:moveTo>
                  <a:lnTo>
                    <a:pt x="0" y="2052"/>
                  </a:lnTo>
                  <a:lnTo>
                    <a:pt x="8571" y="7001"/>
                  </a:lnTo>
                  <a:lnTo>
                    <a:pt x="12257" y="5725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5772429" y="2807774"/>
              <a:ext cx="270565" cy="272588"/>
            </a:xfrm>
            <a:custGeom>
              <a:rect b="b" l="l" r="r" t="t"/>
              <a:pathLst>
                <a:path extrusionOk="0" h="6198" w="6152">
                  <a:moveTo>
                    <a:pt x="257" y="0"/>
                  </a:moveTo>
                  <a:lnTo>
                    <a:pt x="1" y="5532"/>
                  </a:lnTo>
                  <a:lnTo>
                    <a:pt x="2896" y="6198"/>
                  </a:lnTo>
                  <a:lnTo>
                    <a:pt x="6152" y="3403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5603462" y="2863891"/>
              <a:ext cx="118306" cy="182737"/>
            </a:xfrm>
            <a:custGeom>
              <a:rect b="b" l="l" r="r" t="t"/>
              <a:pathLst>
                <a:path extrusionOk="0" h="4155" w="2690">
                  <a:moveTo>
                    <a:pt x="2690" y="0"/>
                  </a:moveTo>
                  <a:lnTo>
                    <a:pt x="2174" y="468"/>
                  </a:lnTo>
                  <a:lnTo>
                    <a:pt x="0" y="2444"/>
                  </a:lnTo>
                  <a:lnTo>
                    <a:pt x="584" y="4154"/>
                  </a:lnTo>
                  <a:lnTo>
                    <a:pt x="1150" y="3830"/>
                  </a:lnTo>
                  <a:lnTo>
                    <a:pt x="2509" y="4021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5417168" y="3019972"/>
              <a:ext cx="153446" cy="120285"/>
            </a:xfrm>
            <a:custGeom>
              <a:rect b="b" l="l" r="r" t="t"/>
              <a:pathLst>
                <a:path extrusionOk="0" h="2735" w="3489">
                  <a:moveTo>
                    <a:pt x="3014" y="1"/>
                  </a:moveTo>
                  <a:lnTo>
                    <a:pt x="1" y="2735"/>
                  </a:lnTo>
                  <a:lnTo>
                    <a:pt x="1206" y="2694"/>
                  </a:lnTo>
                  <a:lnTo>
                    <a:pt x="3489" y="1376"/>
                  </a:lnTo>
                  <a:lnTo>
                    <a:pt x="3014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5733156" y="3121871"/>
              <a:ext cx="565319" cy="322329"/>
            </a:xfrm>
            <a:custGeom>
              <a:rect b="b" l="l" r="r" t="t"/>
              <a:pathLst>
                <a:path extrusionOk="0" h="7329" w="12854">
                  <a:moveTo>
                    <a:pt x="4676" y="1"/>
                  </a:moveTo>
                  <a:lnTo>
                    <a:pt x="0" y="4110"/>
                  </a:lnTo>
                  <a:lnTo>
                    <a:pt x="5574" y="7329"/>
                  </a:lnTo>
                  <a:lnTo>
                    <a:pt x="12853" y="4721"/>
                  </a:lnTo>
                  <a:lnTo>
                    <a:pt x="4676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5978250" y="3376025"/>
              <a:ext cx="335963" cy="353115"/>
            </a:xfrm>
            <a:custGeom>
              <a:rect b="b" l="l" r="r" t="t"/>
              <a:pathLst>
                <a:path extrusionOk="0" h="8029" w="7639">
                  <a:moveTo>
                    <a:pt x="7639" y="1"/>
                  </a:moveTo>
                  <a:lnTo>
                    <a:pt x="1" y="2741"/>
                  </a:lnTo>
                  <a:lnTo>
                    <a:pt x="598" y="5297"/>
                  </a:lnTo>
                  <a:lnTo>
                    <a:pt x="598" y="5300"/>
                  </a:lnTo>
                  <a:lnTo>
                    <a:pt x="5322" y="8028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6280561" y="3556426"/>
              <a:ext cx="201472" cy="196239"/>
            </a:xfrm>
            <a:custGeom>
              <a:rect b="b" l="l" r="r" t="t"/>
              <a:pathLst>
                <a:path extrusionOk="0" h="4462" w="4581">
                  <a:moveTo>
                    <a:pt x="1164" y="1"/>
                  </a:moveTo>
                  <a:lnTo>
                    <a:pt x="1" y="4462"/>
                  </a:lnTo>
                  <a:lnTo>
                    <a:pt x="1642" y="2973"/>
                  </a:lnTo>
                  <a:lnTo>
                    <a:pt x="4580" y="305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5836110" y="3500309"/>
              <a:ext cx="115008" cy="77317"/>
            </a:xfrm>
            <a:custGeom>
              <a:rect b="b" l="l" r="r" t="t"/>
              <a:pathLst>
                <a:path extrusionOk="0" h="1758" w="2615">
                  <a:moveTo>
                    <a:pt x="2120" y="1"/>
                  </a:moveTo>
                  <a:lnTo>
                    <a:pt x="0" y="263"/>
                  </a:lnTo>
                  <a:lnTo>
                    <a:pt x="2591" y="1758"/>
                  </a:lnTo>
                  <a:lnTo>
                    <a:pt x="2615" y="1704"/>
                  </a:lnTo>
                  <a:lnTo>
                    <a:pt x="2120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5630157" y="3340446"/>
              <a:ext cx="275183" cy="137965"/>
            </a:xfrm>
            <a:custGeom>
              <a:rect b="b" l="l" r="r" t="t"/>
              <a:pathLst>
                <a:path extrusionOk="0" h="3137" w="6257">
                  <a:moveTo>
                    <a:pt x="1363" y="0"/>
                  </a:moveTo>
                  <a:lnTo>
                    <a:pt x="4" y="1195"/>
                  </a:lnTo>
                  <a:lnTo>
                    <a:pt x="0" y="1195"/>
                  </a:lnTo>
                  <a:lnTo>
                    <a:pt x="3363" y="3137"/>
                  </a:lnTo>
                  <a:lnTo>
                    <a:pt x="3366" y="3137"/>
                  </a:lnTo>
                  <a:lnTo>
                    <a:pt x="6257" y="2690"/>
                  </a:lnTo>
                  <a:lnTo>
                    <a:pt x="1363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4931905" y="3239426"/>
              <a:ext cx="384605" cy="177899"/>
            </a:xfrm>
            <a:custGeom>
              <a:rect b="b" l="l" r="r" t="t"/>
              <a:pathLst>
                <a:path extrusionOk="0" h="4045" w="8745">
                  <a:moveTo>
                    <a:pt x="7373" y="1"/>
                  </a:moveTo>
                  <a:lnTo>
                    <a:pt x="0" y="1984"/>
                  </a:lnTo>
                  <a:lnTo>
                    <a:pt x="3570" y="4045"/>
                  </a:lnTo>
                  <a:lnTo>
                    <a:pt x="8745" y="343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5297413" y="3219460"/>
              <a:ext cx="276062" cy="165937"/>
            </a:xfrm>
            <a:custGeom>
              <a:rect b="b" l="l" r="r" t="t"/>
              <a:pathLst>
                <a:path extrusionOk="0" h="3773" w="6277">
                  <a:moveTo>
                    <a:pt x="737" y="1"/>
                  </a:moveTo>
                  <a:lnTo>
                    <a:pt x="0" y="198"/>
                  </a:lnTo>
                  <a:lnTo>
                    <a:pt x="1448" y="3772"/>
                  </a:lnTo>
                  <a:lnTo>
                    <a:pt x="6276" y="3202"/>
                  </a:lnTo>
                  <a:lnTo>
                    <a:pt x="73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5151491" y="3392956"/>
              <a:ext cx="626583" cy="252841"/>
            </a:xfrm>
            <a:custGeom>
              <a:rect b="b" l="l" r="r" t="t"/>
              <a:pathLst>
                <a:path extrusionOk="0" h="5749" w="14247">
                  <a:moveTo>
                    <a:pt x="10884" y="1"/>
                  </a:moveTo>
                  <a:lnTo>
                    <a:pt x="1" y="1377"/>
                  </a:lnTo>
                  <a:lnTo>
                    <a:pt x="7571" y="5748"/>
                  </a:lnTo>
                  <a:lnTo>
                    <a:pt x="14247" y="1943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5905289" y="3609113"/>
              <a:ext cx="307024" cy="251478"/>
            </a:xfrm>
            <a:custGeom>
              <a:rect b="b" l="l" r="r" t="t"/>
              <a:pathLst>
                <a:path extrusionOk="0" h="5718" w="6981">
                  <a:moveTo>
                    <a:pt x="2257" y="0"/>
                  </a:moveTo>
                  <a:lnTo>
                    <a:pt x="1" y="5718"/>
                  </a:lnTo>
                  <a:lnTo>
                    <a:pt x="5499" y="4236"/>
                  </a:lnTo>
                  <a:lnTo>
                    <a:pt x="6981" y="2728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5541628" y="3511831"/>
              <a:ext cx="408486" cy="338558"/>
            </a:xfrm>
            <a:custGeom>
              <a:rect b="b" l="l" r="r" t="t"/>
              <a:pathLst>
                <a:path extrusionOk="0" h="7698" w="9288">
                  <a:moveTo>
                    <a:pt x="6696" y="1"/>
                  </a:moveTo>
                  <a:lnTo>
                    <a:pt x="0" y="3793"/>
                  </a:lnTo>
                  <a:lnTo>
                    <a:pt x="6761" y="7697"/>
                  </a:lnTo>
                  <a:lnTo>
                    <a:pt x="9287" y="1496"/>
                  </a:lnTo>
                  <a:lnTo>
                    <a:pt x="669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6183895" y="1995132"/>
              <a:ext cx="382934" cy="681470"/>
            </a:xfrm>
            <a:custGeom>
              <a:rect b="b" l="l" r="r" t="t"/>
              <a:pathLst>
                <a:path extrusionOk="0" h="15495" w="8707">
                  <a:moveTo>
                    <a:pt x="5095" y="2657"/>
                  </a:moveTo>
                  <a:cubicBezTo>
                    <a:pt x="5777" y="2657"/>
                    <a:pt x="6246" y="3202"/>
                    <a:pt x="6246" y="4144"/>
                  </a:cubicBezTo>
                  <a:cubicBezTo>
                    <a:pt x="6246" y="5471"/>
                    <a:pt x="5314" y="7085"/>
                    <a:pt x="4164" y="7748"/>
                  </a:cubicBezTo>
                  <a:cubicBezTo>
                    <a:pt x="3830" y="7941"/>
                    <a:pt x="3514" y="8033"/>
                    <a:pt x="3234" y="8033"/>
                  </a:cubicBezTo>
                  <a:cubicBezTo>
                    <a:pt x="2551" y="8033"/>
                    <a:pt x="2082" y="7488"/>
                    <a:pt x="2082" y="6546"/>
                  </a:cubicBezTo>
                  <a:cubicBezTo>
                    <a:pt x="2700" y="6447"/>
                    <a:pt x="4256" y="3791"/>
                    <a:pt x="4164" y="2942"/>
                  </a:cubicBezTo>
                  <a:cubicBezTo>
                    <a:pt x="4499" y="2748"/>
                    <a:pt x="4815" y="2657"/>
                    <a:pt x="5095" y="2657"/>
                  </a:cubicBezTo>
                  <a:close/>
                  <a:moveTo>
                    <a:pt x="5928" y="0"/>
                  </a:moveTo>
                  <a:cubicBezTo>
                    <a:pt x="5392" y="0"/>
                    <a:pt x="4794" y="173"/>
                    <a:pt x="4164" y="539"/>
                  </a:cubicBezTo>
                  <a:cubicBezTo>
                    <a:pt x="1864" y="1863"/>
                    <a:pt x="0" y="5235"/>
                    <a:pt x="0" y="8065"/>
                  </a:cubicBezTo>
                  <a:lnTo>
                    <a:pt x="0" y="8710"/>
                  </a:lnTo>
                  <a:cubicBezTo>
                    <a:pt x="0" y="11539"/>
                    <a:pt x="3806" y="14614"/>
                    <a:pt x="3806" y="14614"/>
                  </a:cubicBezTo>
                  <a:lnTo>
                    <a:pt x="5362" y="15495"/>
                  </a:lnTo>
                  <a:cubicBezTo>
                    <a:pt x="5362" y="15495"/>
                    <a:pt x="4427" y="14430"/>
                    <a:pt x="4533" y="14208"/>
                  </a:cubicBezTo>
                  <a:cubicBezTo>
                    <a:pt x="5553" y="12119"/>
                    <a:pt x="8325" y="6212"/>
                    <a:pt x="8325" y="3901"/>
                  </a:cubicBezTo>
                  <a:lnTo>
                    <a:pt x="8325" y="3259"/>
                  </a:lnTo>
                  <a:cubicBezTo>
                    <a:pt x="8325" y="2740"/>
                    <a:pt x="8263" y="2280"/>
                    <a:pt x="8147" y="1877"/>
                  </a:cubicBezTo>
                  <a:lnTo>
                    <a:pt x="8147" y="1877"/>
                  </a:lnTo>
                  <a:lnTo>
                    <a:pt x="8325" y="1979"/>
                  </a:lnTo>
                  <a:lnTo>
                    <a:pt x="8706" y="1259"/>
                  </a:lnTo>
                  <a:lnTo>
                    <a:pt x="7126" y="351"/>
                  </a:lnTo>
                  <a:cubicBezTo>
                    <a:pt x="6781" y="121"/>
                    <a:pt x="6376" y="0"/>
                    <a:pt x="5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6257164" y="2037396"/>
              <a:ext cx="366090" cy="642812"/>
            </a:xfrm>
            <a:custGeom>
              <a:rect b="b" l="l" r="r" t="t"/>
              <a:pathLst>
                <a:path extrusionOk="0" h="14616" w="8324">
                  <a:moveTo>
                    <a:pt x="5090" y="2657"/>
                  </a:moveTo>
                  <a:cubicBezTo>
                    <a:pt x="5773" y="2657"/>
                    <a:pt x="6242" y="3201"/>
                    <a:pt x="6242" y="4141"/>
                  </a:cubicBezTo>
                  <a:cubicBezTo>
                    <a:pt x="6242" y="5469"/>
                    <a:pt x="5310" y="7083"/>
                    <a:pt x="4164" y="7749"/>
                  </a:cubicBezTo>
                  <a:cubicBezTo>
                    <a:pt x="3829" y="7941"/>
                    <a:pt x="3514" y="8033"/>
                    <a:pt x="3234" y="8033"/>
                  </a:cubicBezTo>
                  <a:cubicBezTo>
                    <a:pt x="2551" y="8033"/>
                    <a:pt x="2082" y="7489"/>
                    <a:pt x="2082" y="6547"/>
                  </a:cubicBezTo>
                  <a:cubicBezTo>
                    <a:pt x="2082" y="5220"/>
                    <a:pt x="3014" y="3605"/>
                    <a:pt x="4164" y="2940"/>
                  </a:cubicBezTo>
                  <a:cubicBezTo>
                    <a:pt x="4496" y="2748"/>
                    <a:pt x="4811" y="2657"/>
                    <a:pt x="5090" y="2657"/>
                  </a:cubicBezTo>
                  <a:close/>
                  <a:moveTo>
                    <a:pt x="5928" y="0"/>
                  </a:moveTo>
                  <a:cubicBezTo>
                    <a:pt x="5392" y="0"/>
                    <a:pt x="4794" y="173"/>
                    <a:pt x="4164" y="537"/>
                  </a:cubicBezTo>
                  <a:cubicBezTo>
                    <a:pt x="1864" y="1865"/>
                    <a:pt x="0" y="5237"/>
                    <a:pt x="0" y="8066"/>
                  </a:cubicBezTo>
                  <a:lnTo>
                    <a:pt x="0" y="8708"/>
                  </a:lnTo>
                  <a:cubicBezTo>
                    <a:pt x="0" y="10889"/>
                    <a:pt x="2467" y="13417"/>
                    <a:pt x="3604" y="14466"/>
                  </a:cubicBezTo>
                  <a:cubicBezTo>
                    <a:pt x="3714" y="14567"/>
                    <a:pt x="3850" y="14616"/>
                    <a:pt x="3984" y="14616"/>
                  </a:cubicBezTo>
                  <a:cubicBezTo>
                    <a:pt x="4189" y="14616"/>
                    <a:pt x="4389" y="14504"/>
                    <a:pt x="4488" y="14298"/>
                  </a:cubicBezTo>
                  <a:cubicBezTo>
                    <a:pt x="5468" y="12291"/>
                    <a:pt x="8324" y="6247"/>
                    <a:pt x="8324" y="3903"/>
                  </a:cubicBezTo>
                  <a:lnTo>
                    <a:pt x="8324" y="3257"/>
                  </a:lnTo>
                  <a:cubicBezTo>
                    <a:pt x="8324" y="1205"/>
                    <a:pt x="7343" y="0"/>
                    <a:pt x="592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6257164" y="2037440"/>
              <a:ext cx="366090" cy="642768"/>
            </a:xfrm>
            <a:custGeom>
              <a:rect b="b" l="l" r="r" t="t"/>
              <a:pathLst>
                <a:path extrusionOk="0" h="14615" w="8324">
                  <a:moveTo>
                    <a:pt x="5092" y="2656"/>
                  </a:moveTo>
                  <a:cubicBezTo>
                    <a:pt x="5775" y="2656"/>
                    <a:pt x="6242" y="3202"/>
                    <a:pt x="6242" y="4140"/>
                  </a:cubicBezTo>
                  <a:cubicBezTo>
                    <a:pt x="6242" y="5468"/>
                    <a:pt x="5310" y="7082"/>
                    <a:pt x="4164" y="7748"/>
                  </a:cubicBezTo>
                  <a:cubicBezTo>
                    <a:pt x="3830" y="7939"/>
                    <a:pt x="3512" y="8031"/>
                    <a:pt x="3232" y="8031"/>
                  </a:cubicBezTo>
                  <a:cubicBezTo>
                    <a:pt x="2658" y="8031"/>
                    <a:pt x="2235" y="7646"/>
                    <a:pt x="2116" y="6966"/>
                  </a:cubicBezTo>
                  <a:cubicBezTo>
                    <a:pt x="2092" y="6836"/>
                    <a:pt x="2082" y="6696"/>
                    <a:pt x="2082" y="6546"/>
                  </a:cubicBezTo>
                  <a:cubicBezTo>
                    <a:pt x="2082" y="5219"/>
                    <a:pt x="3014" y="3604"/>
                    <a:pt x="4164" y="2939"/>
                  </a:cubicBezTo>
                  <a:cubicBezTo>
                    <a:pt x="4495" y="2747"/>
                    <a:pt x="4812" y="2656"/>
                    <a:pt x="5092" y="2656"/>
                  </a:cubicBezTo>
                  <a:close/>
                  <a:moveTo>
                    <a:pt x="5928" y="0"/>
                  </a:moveTo>
                  <a:cubicBezTo>
                    <a:pt x="5392" y="0"/>
                    <a:pt x="4795" y="171"/>
                    <a:pt x="4164" y="536"/>
                  </a:cubicBezTo>
                  <a:cubicBezTo>
                    <a:pt x="2515" y="1488"/>
                    <a:pt x="1092" y="3489"/>
                    <a:pt x="416" y="5587"/>
                  </a:cubicBezTo>
                  <a:cubicBezTo>
                    <a:pt x="150" y="6417"/>
                    <a:pt x="0" y="7263"/>
                    <a:pt x="0" y="8065"/>
                  </a:cubicBezTo>
                  <a:lnTo>
                    <a:pt x="0" y="8707"/>
                  </a:lnTo>
                  <a:cubicBezTo>
                    <a:pt x="0" y="10888"/>
                    <a:pt x="2467" y="13416"/>
                    <a:pt x="3604" y="14465"/>
                  </a:cubicBezTo>
                  <a:cubicBezTo>
                    <a:pt x="3713" y="14563"/>
                    <a:pt x="3850" y="14615"/>
                    <a:pt x="3983" y="14615"/>
                  </a:cubicBezTo>
                  <a:cubicBezTo>
                    <a:pt x="4187" y="14615"/>
                    <a:pt x="4389" y="14502"/>
                    <a:pt x="4488" y="14297"/>
                  </a:cubicBezTo>
                  <a:cubicBezTo>
                    <a:pt x="5468" y="12290"/>
                    <a:pt x="8324" y="6246"/>
                    <a:pt x="8324" y="3902"/>
                  </a:cubicBezTo>
                  <a:lnTo>
                    <a:pt x="8324" y="3256"/>
                  </a:lnTo>
                  <a:cubicBezTo>
                    <a:pt x="8324" y="1205"/>
                    <a:pt x="7344" y="0"/>
                    <a:pt x="59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6993667" y="3675610"/>
              <a:ext cx="572224" cy="400306"/>
            </a:xfrm>
            <a:custGeom>
              <a:rect b="b" l="l" r="r" t="t"/>
              <a:pathLst>
                <a:path extrusionOk="0" h="9102" w="13011">
                  <a:moveTo>
                    <a:pt x="1" y="0"/>
                  </a:moveTo>
                  <a:lnTo>
                    <a:pt x="1" y="1741"/>
                  </a:lnTo>
                  <a:lnTo>
                    <a:pt x="4" y="1741"/>
                  </a:lnTo>
                  <a:cubicBezTo>
                    <a:pt x="4" y="1778"/>
                    <a:pt x="21" y="1826"/>
                    <a:pt x="62" y="1884"/>
                  </a:cubicBezTo>
                  <a:lnTo>
                    <a:pt x="5130" y="8987"/>
                  </a:lnTo>
                  <a:cubicBezTo>
                    <a:pt x="5184" y="9063"/>
                    <a:pt x="5240" y="9101"/>
                    <a:pt x="5290" y="9101"/>
                  </a:cubicBezTo>
                  <a:cubicBezTo>
                    <a:pt x="5353" y="9101"/>
                    <a:pt x="5405" y="9040"/>
                    <a:pt x="5427" y="8922"/>
                  </a:cubicBezTo>
                  <a:lnTo>
                    <a:pt x="6069" y="5591"/>
                  </a:lnTo>
                  <a:cubicBezTo>
                    <a:pt x="6110" y="5379"/>
                    <a:pt x="6315" y="5198"/>
                    <a:pt x="6529" y="5184"/>
                  </a:cubicBezTo>
                  <a:lnTo>
                    <a:pt x="12850" y="4779"/>
                  </a:lnTo>
                  <a:cubicBezTo>
                    <a:pt x="12956" y="4771"/>
                    <a:pt x="13011" y="4754"/>
                    <a:pt x="13011" y="4734"/>
                  </a:cubicBezTo>
                  <a:lnTo>
                    <a:pt x="13011" y="2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6991908" y="3671256"/>
              <a:ext cx="576402" cy="328047"/>
            </a:xfrm>
            <a:custGeom>
              <a:rect b="b" l="l" r="r" t="t"/>
              <a:pathLst>
                <a:path extrusionOk="0" h="7459" w="13106">
                  <a:moveTo>
                    <a:pt x="160" y="1"/>
                  </a:moveTo>
                  <a:cubicBezTo>
                    <a:pt x="30" y="1"/>
                    <a:pt x="1" y="96"/>
                    <a:pt x="102" y="239"/>
                  </a:cubicBezTo>
                  <a:lnTo>
                    <a:pt x="5170" y="7345"/>
                  </a:lnTo>
                  <a:cubicBezTo>
                    <a:pt x="5224" y="7421"/>
                    <a:pt x="5280" y="7458"/>
                    <a:pt x="5329" y="7458"/>
                  </a:cubicBezTo>
                  <a:cubicBezTo>
                    <a:pt x="5392" y="7458"/>
                    <a:pt x="5444" y="7397"/>
                    <a:pt x="5467" y="7280"/>
                  </a:cubicBezTo>
                  <a:lnTo>
                    <a:pt x="6109" y="3946"/>
                  </a:lnTo>
                  <a:cubicBezTo>
                    <a:pt x="6150" y="3734"/>
                    <a:pt x="6355" y="3553"/>
                    <a:pt x="6569" y="3539"/>
                  </a:cubicBezTo>
                  <a:lnTo>
                    <a:pt x="12890" y="3133"/>
                  </a:lnTo>
                  <a:cubicBezTo>
                    <a:pt x="13102" y="3120"/>
                    <a:pt x="13106" y="3068"/>
                    <a:pt x="12897" y="3021"/>
                  </a:cubicBezTo>
                  <a:lnTo>
                    <a:pt x="255" y="14"/>
                  </a:lnTo>
                  <a:cubicBezTo>
                    <a:pt x="219" y="5"/>
                    <a:pt x="187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5151227" y="1167450"/>
              <a:ext cx="822998" cy="1082436"/>
            </a:xfrm>
            <a:custGeom>
              <a:rect b="b" l="l" r="r" t="t"/>
              <a:pathLst>
                <a:path extrusionOk="0" h="24612" w="18713">
                  <a:moveTo>
                    <a:pt x="13050" y="1"/>
                  </a:moveTo>
                  <a:cubicBezTo>
                    <a:pt x="11838" y="1"/>
                    <a:pt x="10469" y="397"/>
                    <a:pt x="9020" y="1232"/>
                  </a:cubicBezTo>
                  <a:cubicBezTo>
                    <a:pt x="4038" y="4110"/>
                    <a:pt x="0" y="11107"/>
                    <a:pt x="0" y="16857"/>
                  </a:cubicBezTo>
                  <a:cubicBezTo>
                    <a:pt x="0" y="19717"/>
                    <a:pt x="996" y="21731"/>
                    <a:pt x="2611" y="22680"/>
                  </a:cubicBezTo>
                  <a:lnTo>
                    <a:pt x="2611" y="22683"/>
                  </a:lnTo>
                  <a:lnTo>
                    <a:pt x="2635" y="22697"/>
                  </a:lnTo>
                  <a:cubicBezTo>
                    <a:pt x="2642" y="22697"/>
                    <a:pt x="2645" y="22701"/>
                    <a:pt x="2648" y="22704"/>
                  </a:cubicBezTo>
                  <a:lnTo>
                    <a:pt x="5952" y="24612"/>
                  </a:lnTo>
                  <a:lnTo>
                    <a:pt x="6525" y="23100"/>
                  </a:lnTo>
                  <a:cubicBezTo>
                    <a:pt x="7321" y="22905"/>
                    <a:pt x="8157" y="22567"/>
                    <a:pt x="9020" y="22069"/>
                  </a:cubicBezTo>
                  <a:cubicBezTo>
                    <a:pt x="14003" y="19192"/>
                    <a:pt x="18045" y="12195"/>
                    <a:pt x="18045" y="6441"/>
                  </a:cubicBezTo>
                  <a:cubicBezTo>
                    <a:pt x="18045" y="5448"/>
                    <a:pt x="17922" y="4564"/>
                    <a:pt x="17696" y="3782"/>
                  </a:cubicBezTo>
                  <a:lnTo>
                    <a:pt x="18713" y="2513"/>
                  </a:lnTo>
                  <a:lnTo>
                    <a:pt x="15406" y="605"/>
                  </a:lnTo>
                  <a:cubicBezTo>
                    <a:pt x="15403" y="602"/>
                    <a:pt x="15400" y="598"/>
                    <a:pt x="15396" y="598"/>
                  </a:cubicBezTo>
                  <a:lnTo>
                    <a:pt x="15369" y="584"/>
                  </a:lnTo>
                  <a:cubicBezTo>
                    <a:pt x="14693" y="200"/>
                    <a:pt x="13911" y="1"/>
                    <a:pt x="1305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5557944" y="938100"/>
              <a:ext cx="234062" cy="335391"/>
            </a:xfrm>
            <a:custGeom>
              <a:rect b="b" l="l" r="r" t="t"/>
              <a:pathLst>
                <a:path extrusionOk="0" h="7626" w="5322">
                  <a:moveTo>
                    <a:pt x="1510" y="1"/>
                  </a:moveTo>
                  <a:cubicBezTo>
                    <a:pt x="1425" y="1"/>
                    <a:pt x="1360" y="69"/>
                    <a:pt x="1360" y="151"/>
                  </a:cubicBezTo>
                  <a:cubicBezTo>
                    <a:pt x="1360" y="233"/>
                    <a:pt x="1425" y="301"/>
                    <a:pt x="1510" y="301"/>
                  </a:cubicBezTo>
                  <a:cubicBezTo>
                    <a:pt x="3444" y="301"/>
                    <a:pt x="5021" y="1874"/>
                    <a:pt x="5021" y="3813"/>
                  </a:cubicBezTo>
                  <a:cubicBezTo>
                    <a:pt x="5021" y="5751"/>
                    <a:pt x="3444" y="7325"/>
                    <a:pt x="1510" y="7325"/>
                  </a:cubicBezTo>
                  <a:cubicBezTo>
                    <a:pt x="1066" y="7325"/>
                    <a:pt x="632" y="7246"/>
                    <a:pt x="226" y="7082"/>
                  </a:cubicBezTo>
                  <a:cubicBezTo>
                    <a:pt x="209" y="7076"/>
                    <a:pt x="191" y="7073"/>
                    <a:pt x="174" y="7073"/>
                  </a:cubicBezTo>
                  <a:cubicBezTo>
                    <a:pt x="113" y="7073"/>
                    <a:pt x="56" y="7109"/>
                    <a:pt x="32" y="7168"/>
                  </a:cubicBezTo>
                  <a:cubicBezTo>
                    <a:pt x="1" y="7246"/>
                    <a:pt x="39" y="7332"/>
                    <a:pt x="117" y="7362"/>
                  </a:cubicBezTo>
                  <a:cubicBezTo>
                    <a:pt x="561" y="7537"/>
                    <a:pt x="1028" y="7625"/>
                    <a:pt x="1510" y="7625"/>
                  </a:cubicBezTo>
                  <a:cubicBezTo>
                    <a:pt x="3612" y="7625"/>
                    <a:pt x="5322" y="5915"/>
                    <a:pt x="5322" y="3813"/>
                  </a:cubicBezTo>
                  <a:cubicBezTo>
                    <a:pt x="5322" y="1710"/>
                    <a:pt x="3612" y="1"/>
                    <a:pt x="151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5298161" y="1252241"/>
              <a:ext cx="793619" cy="1024822"/>
            </a:xfrm>
            <a:custGeom>
              <a:rect b="b" l="l" r="r" t="t"/>
              <a:pathLst>
                <a:path extrusionOk="0" h="23302" w="18045">
                  <a:moveTo>
                    <a:pt x="13052" y="1"/>
                  </a:moveTo>
                  <a:cubicBezTo>
                    <a:pt x="11838" y="1"/>
                    <a:pt x="10469" y="397"/>
                    <a:pt x="9021" y="1233"/>
                  </a:cubicBezTo>
                  <a:cubicBezTo>
                    <a:pt x="4038" y="4110"/>
                    <a:pt x="0" y="11107"/>
                    <a:pt x="0" y="16861"/>
                  </a:cubicBezTo>
                  <a:cubicBezTo>
                    <a:pt x="0" y="20941"/>
                    <a:pt x="2032" y="23302"/>
                    <a:pt x="4992" y="23302"/>
                  </a:cubicBezTo>
                  <a:cubicBezTo>
                    <a:pt x="6204" y="23302"/>
                    <a:pt x="7573" y="22905"/>
                    <a:pt x="9021" y="22069"/>
                  </a:cubicBezTo>
                  <a:cubicBezTo>
                    <a:pt x="14004" y="19193"/>
                    <a:pt x="18045" y="12196"/>
                    <a:pt x="18045" y="6441"/>
                  </a:cubicBezTo>
                  <a:cubicBezTo>
                    <a:pt x="18045" y="2360"/>
                    <a:pt x="16012" y="1"/>
                    <a:pt x="130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406657" y="1360781"/>
              <a:ext cx="576578" cy="807781"/>
            </a:xfrm>
            <a:custGeom>
              <a:rect b="b" l="l" r="r" t="t"/>
              <a:pathLst>
                <a:path extrusionOk="0" h="18367" w="13110">
                  <a:moveTo>
                    <a:pt x="10584" y="1"/>
                  </a:moveTo>
                  <a:cubicBezTo>
                    <a:pt x="9779" y="1"/>
                    <a:pt x="8809" y="311"/>
                    <a:pt x="7790" y="902"/>
                  </a:cubicBezTo>
                  <a:cubicBezTo>
                    <a:pt x="3567" y="3339"/>
                    <a:pt x="1" y="9520"/>
                    <a:pt x="1" y="14393"/>
                  </a:cubicBezTo>
                  <a:cubicBezTo>
                    <a:pt x="1" y="15131"/>
                    <a:pt x="96" y="16475"/>
                    <a:pt x="707" y="17396"/>
                  </a:cubicBezTo>
                  <a:cubicBezTo>
                    <a:pt x="1083" y="17960"/>
                    <a:pt x="1656" y="18366"/>
                    <a:pt x="2527" y="18366"/>
                  </a:cubicBezTo>
                  <a:cubicBezTo>
                    <a:pt x="3332" y="18366"/>
                    <a:pt x="4298" y="18052"/>
                    <a:pt x="5322" y="17465"/>
                  </a:cubicBezTo>
                  <a:cubicBezTo>
                    <a:pt x="9543" y="15025"/>
                    <a:pt x="13110" y="8847"/>
                    <a:pt x="13110" y="3973"/>
                  </a:cubicBezTo>
                  <a:cubicBezTo>
                    <a:pt x="13110" y="2806"/>
                    <a:pt x="12875" y="123"/>
                    <a:pt x="10731" y="4"/>
                  </a:cubicBezTo>
                  <a:cubicBezTo>
                    <a:pt x="10684" y="1"/>
                    <a:pt x="10636" y="1"/>
                    <a:pt x="105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5406657" y="1360781"/>
              <a:ext cx="503043" cy="765296"/>
            </a:xfrm>
            <a:custGeom>
              <a:rect b="b" l="l" r="r" t="t"/>
              <a:pathLst>
                <a:path extrusionOk="0" h="17401" w="11438">
                  <a:moveTo>
                    <a:pt x="10584" y="1"/>
                  </a:moveTo>
                  <a:cubicBezTo>
                    <a:pt x="9779" y="1"/>
                    <a:pt x="8809" y="311"/>
                    <a:pt x="7790" y="902"/>
                  </a:cubicBezTo>
                  <a:cubicBezTo>
                    <a:pt x="3567" y="3339"/>
                    <a:pt x="1" y="9520"/>
                    <a:pt x="1" y="14393"/>
                  </a:cubicBezTo>
                  <a:cubicBezTo>
                    <a:pt x="1" y="15131"/>
                    <a:pt x="96" y="16475"/>
                    <a:pt x="707" y="17396"/>
                  </a:cubicBezTo>
                  <a:cubicBezTo>
                    <a:pt x="755" y="17400"/>
                    <a:pt x="803" y="17400"/>
                    <a:pt x="854" y="17400"/>
                  </a:cubicBezTo>
                  <a:cubicBezTo>
                    <a:pt x="1663" y="17400"/>
                    <a:pt x="2629" y="17089"/>
                    <a:pt x="3649" y="16499"/>
                  </a:cubicBezTo>
                  <a:cubicBezTo>
                    <a:pt x="7871" y="14062"/>
                    <a:pt x="11438" y="7885"/>
                    <a:pt x="11438" y="3011"/>
                  </a:cubicBezTo>
                  <a:cubicBezTo>
                    <a:pt x="11438" y="2270"/>
                    <a:pt x="11345" y="925"/>
                    <a:pt x="10731" y="4"/>
                  </a:cubicBezTo>
                  <a:cubicBezTo>
                    <a:pt x="10684" y="1"/>
                    <a:pt x="10636" y="1"/>
                    <a:pt x="1058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5558912" y="1656671"/>
              <a:ext cx="84661" cy="105992"/>
            </a:xfrm>
            <a:custGeom>
              <a:rect b="b" l="l" r="r" t="t"/>
              <a:pathLst>
                <a:path extrusionOk="0" h="2410" w="1925">
                  <a:moveTo>
                    <a:pt x="260" y="1"/>
                  </a:moveTo>
                  <a:cubicBezTo>
                    <a:pt x="137" y="1"/>
                    <a:pt x="0" y="284"/>
                    <a:pt x="71" y="423"/>
                  </a:cubicBezTo>
                  <a:lnTo>
                    <a:pt x="1099" y="2409"/>
                  </a:lnTo>
                  <a:lnTo>
                    <a:pt x="1924" y="884"/>
                  </a:lnTo>
                  <a:lnTo>
                    <a:pt x="297" y="10"/>
                  </a:lnTo>
                  <a:cubicBezTo>
                    <a:pt x="285" y="4"/>
                    <a:pt x="272" y="1"/>
                    <a:pt x="2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5631829" y="1724178"/>
              <a:ext cx="84837" cy="105992"/>
            </a:xfrm>
            <a:custGeom>
              <a:rect b="b" l="l" r="r" t="t"/>
              <a:pathLst>
                <a:path extrusionOk="0" h="2410" w="1929">
                  <a:moveTo>
                    <a:pt x="830" y="0"/>
                  </a:moveTo>
                  <a:lnTo>
                    <a:pt x="0" y="1526"/>
                  </a:lnTo>
                  <a:lnTo>
                    <a:pt x="1628" y="2400"/>
                  </a:lnTo>
                  <a:cubicBezTo>
                    <a:pt x="1640" y="2406"/>
                    <a:pt x="1653" y="2409"/>
                    <a:pt x="1665" y="2409"/>
                  </a:cubicBezTo>
                  <a:cubicBezTo>
                    <a:pt x="1788" y="2409"/>
                    <a:pt x="1928" y="2126"/>
                    <a:pt x="1854" y="1986"/>
                  </a:cubicBezTo>
                  <a:lnTo>
                    <a:pt x="8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5605397" y="1510089"/>
              <a:ext cx="67905" cy="221175"/>
            </a:xfrm>
            <a:custGeom>
              <a:rect b="b" l="l" r="r" t="t"/>
              <a:pathLst>
                <a:path extrusionOk="0" h="5029" w="1544">
                  <a:moveTo>
                    <a:pt x="1100" y="1"/>
                  </a:moveTo>
                  <a:cubicBezTo>
                    <a:pt x="991" y="1"/>
                    <a:pt x="847" y="151"/>
                    <a:pt x="806" y="383"/>
                  </a:cubicBezTo>
                  <a:lnTo>
                    <a:pt x="1" y="5029"/>
                  </a:lnTo>
                  <a:lnTo>
                    <a:pt x="1" y="5029"/>
                  </a:lnTo>
                  <a:lnTo>
                    <a:pt x="1543" y="4250"/>
                  </a:lnTo>
                  <a:lnTo>
                    <a:pt x="1226" y="172"/>
                  </a:lnTo>
                  <a:cubicBezTo>
                    <a:pt x="1216" y="53"/>
                    <a:pt x="1164" y="1"/>
                    <a:pt x="1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5602099" y="1755535"/>
              <a:ext cx="68037" cy="221175"/>
            </a:xfrm>
            <a:custGeom>
              <a:rect b="b" l="l" r="r" t="t"/>
              <a:pathLst>
                <a:path extrusionOk="0" h="5029" w="1547">
                  <a:moveTo>
                    <a:pt x="1547" y="1"/>
                  </a:moveTo>
                  <a:lnTo>
                    <a:pt x="0" y="779"/>
                  </a:lnTo>
                  <a:lnTo>
                    <a:pt x="318" y="4857"/>
                  </a:lnTo>
                  <a:cubicBezTo>
                    <a:pt x="328" y="4976"/>
                    <a:pt x="380" y="5029"/>
                    <a:pt x="443" y="5029"/>
                  </a:cubicBezTo>
                  <a:cubicBezTo>
                    <a:pt x="552" y="5029"/>
                    <a:pt x="697" y="4878"/>
                    <a:pt x="738" y="4646"/>
                  </a:cubicBezTo>
                  <a:lnTo>
                    <a:pt x="15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5478870" y="1702717"/>
              <a:ext cx="142055" cy="129433"/>
            </a:xfrm>
            <a:custGeom>
              <a:rect b="b" l="l" r="r" t="t"/>
              <a:pathLst>
                <a:path extrusionOk="0" h="2943" w="3230">
                  <a:moveTo>
                    <a:pt x="3229" y="1"/>
                  </a:moveTo>
                  <a:lnTo>
                    <a:pt x="256" y="2318"/>
                  </a:lnTo>
                  <a:cubicBezTo>
                    <a:pt x="36" y="2490"/>
                    <a:pt x="0" y="2943"/>
                    <a:pt x="191" y="2943"/>
                  </a:cubicBezTo>
                  <a:cubicBezTo>
                    <a:pt x="200" y="2943"/>
                    <a:pt x="211" y="2941"/>
                    <a:pt x="222" y="2939"/>
                  </a:cubicBezTo>
                  <a:lnTo>
                    <a:pt x="3103" y="2301"/>
                  </a:lnTo>
                  <a:lnTo>
                    <a:pt x="32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5654478" y="1654648"/>
              <a:ext cx="142187" cy="129477"/>
            </a:xfrm>
            <a:custGeom>
              <a:rect b="b" l="l" r="r" t="t"/>
              <a:pathLst>
                <a:path extrusionOk="0" h="2944" w="3233">
                  <a:moveTo>
                    <a:pt x="3039" y="1"/>
                  </a:moveTo>
                  <a:cubicBezTo>
                    <a:pt x="3029" y="1"/>
                    <a:pt x="3018" y="2"/>
                    <a:pt x="3007" y="4"/>
                  </a:cubicBezTo>
                  <a:lnTo>
                    <a:pt x="131" y="643"/>
                  </a:lnTo>
                  <a:lnTo>
                    <a:pt x="0" y="2943"/>
                  </a:lnTo>
                  <a:lnTo>
                    <a:pt x="2974" y="626"/>
                  </a:lnTo>
                  <a:cubicBezTo>
                    <a:pt x="3197" y="454"/>
                    <a:pt x="3233" y="1"/>
                    <a:pt x="30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5488633" y="1811520"/>
              <a:ext cx="92226" cy="20451"/>
            </a:xfrm>
            <a:custGeom>
              <a:rect b="b" l="l" r="r" t="t"/>
              <a:pathLst>
                <a:path extrusionOk="0" h="465" w="2097">
                  <a:moveTo>
                    <a:pt x="2096" y="0"/>
                  </a:moveTo>
                  <a:lnTo>
                    <a:pt x="0" y="46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5587102" y="1666478"/>
              <a:ext cx="101198" cy="153842"/>
            </a:xfrm>
            <a:custGeom>
              <a:rect b="b" l="l" r="r" t="t"/>
              <a:pathLst>
                <a:path extrusionOk="0" h="3498" w="2301">
                  <a:moveTo>
                    <a:pt x="1594" y="1"/>
                  </a:moveTo>
                  <a:cubicBezTo>
                    <a:pt x="1486" y="1"/>
                    <a:pt x="1367" y="31"/>
                    <a:pt x="1242" y="94"/>
                  </a:cubicBezTo>
                  <a:cubicBezTo>
                    <a:pt x="631" y="404"/>
                    <a:pt x="92" y="1394"/>
                    <a:pt x="42" y="2309"/>
                  </a:cubicBezTo>
                  <a:cubicBezTo>
                    <a:pt x="0" y="3038"/>
                    <a:pt x="280" y="3498"/>
                    <a:pt x="706" y="3498"/>
                  </a:cubicBezTo>
                  <a:cubicBezTo>
                    <a:pt x="815" y="3498"/>
                    <a:pt x="933" y="3468"/>
                    <a:pt x="1058" y="3405"/>
                  </a:cubicBezTo>
                  <a:cubicBezTo>
                    <a:pt x="1672" y="3094"/>
                    <a:pt x="2208" y="2104"/>
                    <a:pt x="2260" y="1189"/>
                  </a:cubicBezTo>
                  <a:cubicBezTo>
                    <a:pt x="2300" y="461"/>
                    <a:pt x="2020" y="1"/>
                    <a:pt x="159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5587102" y="1666478"/>
              <a:ext cx="101198" cy="153842"/>
            </a:xfrm>
            <a:custGeom>
              <a:rect b="b" l="l" r="r" t="t"/>
              <a:pathLst>
                <a:path extrusionOk="0" h="3498" w="2301">
                  <a:moveTo>
                    <a:pt x="1594" y="1"/>
                  </a:moveTo>
                  <a:cubicBezTo>
                    <a:pt x="1486" y="1"/>
                    <a:pt x="1367" y="31"/>
                    <a:pt x="1242" y="94"/>
                  </a:cubicBezTo>
                  <a:cubicBezTo>
                    <a:pt x="631" y="404"/>
                    <a:pt x="92" y="1394"/>
                    <a:pt x="42" y="2309"/>
                  </a:cubicBezTo>
                  <a:cubicBezTo>
                    <a:pt x="0" y="3038"/>
                    <a:pt x="280" y="3498"/>
                    <a:pt x="706" y="3498"/>
                  </a:cubicBezTo>
                  <a:cubicBezTo>
                    <a:pt x="815" y="3498"/>
                    <a:pt x="933" y="3468"/>
                    <a:pt x="1058" y="3405"/>
                  </a:cubicBezTo>
                  <a:cubicBezTo>
                    <a:pt x="1672" y="3094"/>
                    <a:pt x="2208" y="2104"/>
                    <a:pt x="2260" y="1189"/>
                  </a:cubicBezTo>
                  <a:cubicBezTo>
                    <a:pt x="2300" y="461"/>
                    <a:pt x="2020" y="1"/>
                    <a:pt x="15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5605089" y="1693789"/>
              <a:ext cx="65354" cy="99219"/>
            </a:xfrm>
            <a:custGeom>
              <a:rect b="b" l="l" r="r" t="t"/>
              <a:pathLst>
                <a:path extrusionOk="0" h="2256" w="1486">
                  <a:moveTo>
                    <a:pt x="1030" y="1"/>
                  </a:moveTo>
                  <a:cubicBezTo>
                    <a:pt x="959" y="1"/>
                    <a:pt x="883" y="20"/>
                    <a:pt x="803" y="60"/>
                  </a:cubicBezTo>
                  <a:cubicBezTo>
                    <a:pt x="407" y="261"/>
                    <a:pt x="58" y="900"/>
                    <a:pt x="25" y="1490"/>
                  </a:cubicBezTo>
                  <a:cubicBezTo>
                    <a:pt x="0" y="1961"/>
                    <a:pt x="182" y="2256"/>
                    <a:pt x="457" y="2256"/>
                  </a:cubicBezTo>
                  <a:cubicBezTo>
                    <a:pt x="527" y="2256"/>
                    <a:pt x="603" y="2237"/>
                    <a:pt x="683" y="2197"/>
                  </a:cubicBezTo>
                  <a:cubicBezTo>
                    <a:pt x="1079" y="1995"/>
                    <a:pt x="1424" y="1357"/>
                    <a:pt x="1458" y="766"/>
                  </a:cubicBezTo>
                  <a:cubicBezTo>
                    <a:pt x="1485" y="296"/>
                    <a:pt x="1304" y="1"/>
                    <a:pt x="10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5537098" y="1189087"/>
              <a:ext cx="168619" cy="114084"/>
            </a:xfrm>
            <a:custGeom>
              <a:rect b="b" l="l" r="r" t="t"/>
              <a:pathLst>
                <a:path extrusionOk="0" h="2594" w="3834">
                  <a:moveTo>
                    <a:pt x="1917" y="1"/>
                  </a:moveTo>
                  <a:cubicBezTo>
                    <a:pt x="1602" y="1"/>
                    <a:pt x="1287" y="46"/>
                    <a:pt x="1004" y="137"/>
                  </a:cubicBezTo>
                  <a:lnTo>
                    <a:pt x="28" y="137"/>
                  </a:lnTo>
                  <a:lnTo>
                    <a:pt x="28" y="1437"/>
                  </a:lnTo>
                  <a:lnTo>
                    <a:pt x="35" y="1437"/>
                  </a:lnTo>
                  <a:cubicBezTo>
                    <a:pt x="1" y="1737"/>
                    <a:pt x="185" y="2044"/>
                    <a:pt x="581" y="2276"/>
                  </a:cubicBezTo>
                  <a:cubicBezTo>
                    <a:pt x="949" y="2488"/>
                    <a:pt x="1433" y="2594"/>
                    <a:pt x="1917" y="2594"/>
                  </a:cubicBezTo>
                  <a:cubicBezTo>
                    <a:pt x="2401" y="2594"/>
                    <a:pt x="2885" y="2488"/>
                    <a:pt x="3253" y="2276"/>
                  </a:cubicBezTo>
                  <a:cubicBezTo>
                    <a:pt x="3652" y="2044"/>
                    <a:pt x="3833" y="1737"/>
                    <a:pt x="3803" y="1437"/>
                  </a:cubicBezTo>
                  <a:lnTo>
                    <a:pt x="3810" y="1437"/>
                  </a:lnTo>
                  <a:lnTo>
                    <a:pt x="3810" y="137"/>
                  </a:lnTo>
                  <a:lnTo>
                    <a:pt x="2830" y="137"/>
                  </a:lnTo>
                  <a:cubicBezTo>
                    <a:pt x="2547" y="46"/>
                    <a:pt x="2232" y="1"/>
                    <a:pt x="1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5537098" y="1189087"/>
              <a:ext cx="168619" cy="114084"/>
            </a:xfrm>
            <a:custGeom>
              <a:rect b="b" l="l" r="r" t="t"/>
              <a:pathLst>
                <a:path extrusionOk="0" h="2594" w="3834">
                  <a:moveTo>
                    <a:pt x="1917" y="1"/>
                  </a:moveTo>
                  <a:cubicBezTo>
                    <a:pt x="1602" y="1"/>
                    <a:pt x="1287" y="46"/>
                    <a:pt x="1004" y="137"/>
                  </a:cubicBezTo>
                  <a:lnTo>
                    <a:pt x="28" y="137"/>
                  </a:lnTo>
                  <a:lnTo>
                    <a:pt x="28" y="1437"/>
                  </a:lnTo>
                  <a:lnTo>
                    <a:pt x="35" y="1437"/>
                  </a:lnTo>
                  <a:cubicBezTo>
                    <a:pt x="1" y="1737"/>
                    <a:pt x="185" y="2044"/>
                    <a:pt x="581" y="2276"/>
                  </a:cubicBezTo>
                  <a:cubicBezTo>
                    <a:pt x="949" y="2488"/>
                    <a:pt x="1433" y="2594"/>
                    <a:pt x="1917" y="2594"/>
                  </a:cubicBezTo>
                  <a:cubicBezTo>
                    <a:pt x="2401" y="2594"/>
                    <a:pt x="2885" y="2488"/>
                    <a:pt x="3253" y="2276"/>
                  </a:cubicBezTo>
                  <a:cubicBezTo>
                    <a:pt x="3652" y="2044"/>
                    <a:pt x="3833" y="1737"/>
                    <a:pt x="3803" y="1437"/>
                  </a:cubicBezTo>
                  <a:lnTo>
                    <a:pt x="3810" y="1437"/>
                  </a:lnTo>
                  <a:lnTo>
                    <a:pt x="3810" y="137"/>
                  </a:lnTo>
                  <a:lnTo>
                    <a:pt x="2830" y="137"/>
                  </a:lnTo>
                  <a:cubicBezTo>
                    <a:pt x="2547" y="46"/>
                    <a:pt x="2232" y="1"/>
                    <a:pt x="19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5530193" y="1147044"/>
              <a:ext cx="182561" cy="96052"/>
            </a:xfrm>
            <a:custGeom>
              <a:rect b="b" l="l" r="r" t="t"/>
              <a:pathLst>
                <a:path extrusionOk="0" h="2184" w="4151">
                  <a:moveTo>
                    <a:pt x="2074" y="1"/>
                  </a:moveTo>
                  <a:cubicBezTo>
                    <a:pt x="1590" y="1"/>
                    <a:pt x="1106" y="108"/>
                    <a:pt x="738" y="321"/>
                  </a:cubicBezTo>
                  <a:cubicBezTo>
                    <a:pt x="0" y="748"/>
                    <a:pt x="0" y="1438"/>
                    <a:pt x="738" y="1864"/>
                  </a:cubicBezTo>
                  <a:cubicBezTo>
                    <a:pt x="1106" y="2077"/>
                    <a:pt x="1590" y="2184"/>
                    <a:pt x="2074" y="2184"/>
                  </a:cubicBezTo>
                  <a:cubicBezTo>
                    <a:pt x="2558" y="2184"/>
                    <a:pt x="3042" y="2077"/>
                    <a:pt x="3410" y="1864"/>
                  </a:cubicBezTo>
                  <a:cubicBezTo>
                    <a:pt x="4151" y="1438"/>
                    <a:pt x="4151" y="748"/>
                    <a:pt x="3410" y="321"/>
                  </a:cubicBezTo>
                  <a:cubicBezTo>
                    <a:pt x="3042" y="108"/>
                    <a:pt x="2558" y="1"/>
                    <a:pt x="207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5506357" y="1127473"/>
              <a:ext cx="235997" cy="115579"/>
            </a:xfrm>
            <a:custGeom>
              <a:rect b="b" l="l" r="r" t="t"/>
              <a:pathLst>
                <a:path extrusionOk="0" h="2628" w="5366">
                  <a:moveTo>
                    <a:pt x="2682" y="0"/>
                  </a:moveTo>
                  <a:cubicBezTo>
                    <a:pt x="2241" y="0"/>
                    <a:pt x="1800" y="63"/>
                    <a:pt x="1402" y="189"/>
                  </a:cubicBezTo>
                  <a:lnTo>
                    <a:pt x="34" y="189"/>
                  </a:lnTo>
                  <a:lnTo>
                    <a:pt x="34" y="1009"/>
                  </a:lnTo>
                  <a:lnTo>
                    <a:pt x="41" y="1009"/>
                  </a:lnTo>
                  <a:cubicBezTo>
                    <a:pt x="0" y="1429"/>
                    <a:pt x="252" y="1859"/>
                    <a:pt x="809" y="2182"/>
                  </a:cubicBezTo>
                  <a:cubicBezTo>
                    <a:pt x="1326" y="2479"/>
                    <a:pt x="2003" y="2628"/>
                    <a:pt x="2681" y="2628"/>
                  </a:cubicBezTo>
                  <a:cubicBezTo>
                    <a:pt x="3358" y="2628"/>
                    <a:pt x="4036" y="2479"/>
                    <a:pt x="4553" y="2182"/>
                  </a:cubicBezTo>
                  <a:cubicBezTo>
                    <a:pt x="5109" y="1859"/>
                    <a:pt x="5365" y="1429"/>
                    <a:pt x="5321" y="1009"/>
                  </a:cubicBezTo>
                  <a:lnTo>
                    <a:pt x="5328" y="1009"/>
                  </a:lnTo>
                  <a:lnTo>
                    <a:pt x="5328" y="189"/>
                  </a:lnTo>
                  <a:lnTo>
                    <a:pt x="3959" y="189"/>
                  </a:lnTo>
                  <a:cubicBezTo>
                    <a:pt x="3563" y="63"/>
                    <a:pt x="3123" y="0"/>
                    <a:pt x="268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5496418" y="1068585"/>
              <a:ext cx="255700" cy="134403"/>
            </a:xfrm>
            <a:custGeom>
              <a:rect b="b" l="l" r="r" t="t"/>
              <a:pathLst>
                <a:path extrusionOk="0" h="3056" w="5814">
                  <a:moveTo>
                    <a:pt x="2907" y="1"/>
                  </a:moveTo>
                  <a:cubicBezTo>
                    <a:pt x="2229" y="1"/>
                    <a:pt x="1552" y="149"/>
                    <a:pt x="1035" y="446"/>
                  </a:cubicBezTo>
                  <a:cubicBezTo>
                    <a:pt x="1" y="1043"/>
                    <a:pt x="1" y="2013"/>
                    <a:pt x="1035" y="2610"/>
                  </a:cubicBezTo>
                  <a:cubicBezTo>
                    <a:pt x="1552" y="2907"/>
                    <a:pt x="2229" y="3056"/>
                    <a:pt x="2907" y="3056"/>
                  </a:cubicBezTo>
                  <a:cubicBezTo>
                    <a:pt x="3584" y="3056"/>
                    <a:pt x="4262" y="2907"/>
                    <a:pt x="4779" y="2610"/>
                  </a:cubicBezTo>
                  <a:cubicBezTo>
                    <a:pt x="5813" y="2013"/>
                    <a:pt x="5813" y="1043"/>
                    <a:pt x="4779" y="446"/>
                  </a:cubicBezTo>
                  <a:cubicBezTo>
                    <a:pt x="4262" y="149"/>
                    <a:pt x="3584" y="1"/>
                    <a:pt x="290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5456661" y="938100"/>
              <a:ext cx="174293" cy="324265"/>
            </a:xfrm>
            <a:custGeom>
              <a:rect b="b" l="l" r="r" t="t"/>
              <a:pathLst>
                <a:path extrusionOk="0" h="7373" w="3963">
                  <a:moveTo>
                    <a:pt x="3813" y="1"/>
                  </a:moveTo>
                  <a:cubicBezTo>
                    <a:pt x="1710" y="1"/>
                    <a:pt x="1" y="1710"/>
                    <a:pt x="1" y="3813"/>
                  </a:cubicBezTo>
                  <a:cubicBezTo>
                    <a:pt x="1" y="5393"/>
                    <a:pt x="949" y="6786"/>
                    <a:pt x="2420" y="7362"/>
                  </a:cubicBezTo>
                  <a:cubicBezTo>
                    <a:pt x="2437" y="7369"/>
                    <a:pt x="2455" y="7373"/>
                    <a:pt x="2475" y="7373"/>
                  </a:cubicBezTo>
                  <a:cubicBezTo>
                    <a:pt x="2532" y="7373"/>
                    <a:pt x="2591" y="7339"/>
                    <a:pt x="2614" y="7277"/>
                  </a:cubicBezTo>
                  <a:cubicBezTo>
                    <a:pt x="2642" y="7202"/>
                    <a:pt x="2605" y="7113"/>
                    <a:pt x="2529" y="7082"/>
                  </a:cubicBezTo>
                  <a:cubicBezTo>
                    <a:pt x="1174" y="6554"/>
                    <a:pt x="297" y="5267"/>
                    <a:pt x="297" y="3813"/>
                  </a:cubicBezTo>
                  <a:cubicBezTo>
                    <a:pt x="297" y="1874"/>
                    <a:pt x="1874" y="301"/>
                    <a:pt x="3813" y="301"/>
                  </a:cubicBezTo>
                  <a:cubicBezTo>
                    <a:pt x="3895" y="301"/>
                    <a:pt x="3963" y="233"/>
                    <a:pt x="3963" y="151"/>
                  </a:cubicBezTo>
                  <a:cubicBezTo>
                    <a:pt x="3963" y="69"/>
                    <a:pt x="3895" y="1"/>
                    <a:pt x="38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6666920" y="1243059"/>
              <a:ext cx="461922" cy="349025"/>
            </a:xfrm>
            <a:custGeom>
              <a:rect b="b" l="l" r="r" t="t"/>
              <a:pathLst>
                <a:path extrusionOk="0" h="7936" w="10503">
                  <a:moveTo>
                    <a:pt x="4865" y="0"/>
                  </a:moveTo>
                  <a:cubicBezTo>
                    <a:pt x="4595" y="0"/>
                    <a:pt x="4290" y="88"/>
                    <a:pt x="3967" y="275"/>
                  </a:cubicBezTo>
                  <a:cubicBezTo>
                    <a:pt x="2857" y="916"/>
                    <a:pt x="1956" y="2476"/>
                    <a:pt x="1956" y="3759"/>
                  </a:cubicBezTo>
                  <a:lnTo>
                    <a:pt x="1956" y="4479"/>
                  </a:lnTo>
                  <a:cubicBezTo>
                    <a:pt x="1956" y="4811"/>
                    <a:pt x="2018" y="5090"/>
                    <a:pt x="2127" y="5312"/>
                  </a:cubicBezTo>
                  <a:lnTo>
                    <a:pt x="745" y="6111"/>
                  </a:lnTo>
                  <a:cubicBezTo>
                    <a:pt x="335" y="6350"/>
                    <a:pt x="1" y="6927"/>
                    <a:pt x="1" y="7404"/>
                  </a:cubicBezTo>
                  <a:cubicBezTo>
                    <a:pt x="1" y="7741"/>
                    <a:pt x="169" y="7935"/>
                    <a:pt x="413" y="7935"/>
                  </a:cubicBezTo>
                  <a:cubicBezTo>
                    <a:pt x="513" y="7935"/>
                    <a:pt x="626" y="7903"/>
                    <a:pt x="745" y="7834"/>
                  </a:cubicBezTo>
                  <a:lnTo>
                    <a:pt x="9758" y="2630"/>
                  </a:lnTo>
                  <a:cubicBezTo>
                    <a:pt x="10168" y="2394"/>
                    <a:pt x="10503" y="1814"/>
                    <a:pt x="10503" y="1339"/>
                  </a:cubicBezTo>
                  <a:cubicBezTo>
                    <a:pt x="10503" y="1003"/>
                    <a:pt x="10334" y="807"/>
                    <a:pt x="10090" y="807"/>
                  </a:cubicBezTo>
                  <a:cubicBezTo>
                    <a:pt x="9990" y="807"/>
                    <a:pt x="9877" y="840"/>
                    <a:pt x="9758" y="909"/>
                  </a:cubicBezTo>
                  <a:lnTo>
                    <a:pt x="8093" y="1869"/>
                  </a:lnTo>
                  <a:cubicBezTo>
                    <a:pt x="8104" y="1793"/>
                    <a:pt x="8110" y="1722"/>
                    <a:pt x="8110" y="1650"/>
                  </a:cubicBezTo>
                  <a:lnTo>
                    <a:pt x="8110" y="1166"/>
                  </a:lnTo>
                  <a:cubicBezTo>
                    <a:pt x="8110" y="558"/>
                    <a:pt x="7806" y="206"/>
                    <a:pt x="7365" y="206"/>
                  </a:cubicBezTo>
                  <a:cubicBezTo>
                    <a:pt x="7185" y="206"/>
                    <a:pt x="6981" y="266"/>
                    <a:pt x="6765" y="391"/>
                  </a:cubicBezTo>
                  <a:cubicBezTo>
                    <a:pt x="6465" y="565"/>
                    <a:pt x="6188" y="838"/>
                    <a:pt x="5963" y="1162"/>
                  </a:cubicBezTo>
                  <a:cubicBezTo>
                    <a:pt x="5879" y="422"/>
                    <a:pt x="5455" y="0"/>
                    <a:pt x="4865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6721754" y="3218930"/>
              <a:ext cx="554171" cy="168504"/>
            </a:xfrm>
            <a:custGeom>
              <a:rect b="b" l="l" r="r" t="t"/>
              <a:pathLst>
                <a:path extrusionOk="0" h="3834" w="12530">
                  <a:moveTo>
                    <a:pt x="11055" y="1"/>
                  </a:moveTo>
                  <a:lnTo>
                    <a:pt x="0" y="2980"/>
                  </a:lnTo>
                  <a:lnTo>
                    <a:pt x="1471" y="3833"/>
                  </a:lnTo>
                  <a:lnTo>
                    <a:pt x="12529" y="854"/>
                  </a:lnTo>
                  <a:lnTo>
                    <a:pt x="1105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5636182" y="1566734"/>
              <a:ext cx="100846" cy="167696"/>
            </a:xfrm>
            <a:custGeom>
              <a:rect b="b" l="l" r="r" t="t"/>
              <a:pathLst>
                <a:path extrusionOk="0" h="3813" w="2293">
                  <a:moveTo>
                    <a:pt x="2150" y="0"/>
                  </a:moveTo>
                  <a:cubicBezTo>
                    <a:pt x="2108" y="0"/>
                    <a:pt x="2057" y="31"/>
                    <a:pt x="2007" y="103"/>
                  </a:cubicBezTo>
                  <a:lnTo>
                    <a:pt x="0" y="2983"/>
                  </a:lnTo>
                  <a:lnTo>
                    <a:pt x="772" y="3813"/>
                  </a:lnTo>
                  <a:lnTo>
                    <a:pt x="2215" y="328"/>
                  </a:lnTo>
                  <a:cubicBezTo>
                    <a:pt x="2292" y="142"/>
                    <a:pt x="2241" y="0"/>
                    <a:pt x="2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5538373" y="1752413"/>
              <a:ext cx="100846" cy="167652"/>
            </a:xfrm>
            <a:custGeom>
              <a:rect b="b" l="l" r="r" t="t"/>
              <a:pathLst>
                <a:path extrusionOk="0" h="3812" w="2293">
                  <a:moveTo>
                    <a:pt x="1521" y="0"/>
                  </a:moveTo>
                  <a:lnTo>
                    <a:pt x="77" y="3481"/>
                  </a:lnTo>
                  <a:cubicBezTo>
                    <a:pt x="1" y="3669"/>
                    <a:pt x="52" y="3811"/>
                    <a:pt x="142" y="3811"/>
                  </a:cubicBezTo>
                  <a:cubicBezTo>
                    <a:pt x="184" y="3811"/>
                    <a:pt x="235" y="3780"/>
                    <a:pt x="285" y="3707"/>
                  </a:cubicBezTo>
                  <a:lnTo>
                    <a:pt x="2292" y="829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360" y="0"/>
            <a:ext cx="64312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0"/>
          <p:cNvSpPr txBox="1"/>
          <p:nvPr/>
        </p:nvSpPr>
        <p:spPr>
          <a:xfrm>
            <a:off x="8081675" y="4403900"/>
            <a:ext cx="53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 ExtraLight"/>
                <a:ea typeface="Dosis ExtraLight"/>
                <a:cs typeface="Dosis ExtraLight"/>
                <a:sym typeface="Dosis ExtraLight"/>
              </a:rPr>
              <a:t>In 2020</a:t>
            </a:r>
            <a:endParaRPr>
              <a:latin typeface="Dosis ExtraLight"/>
              <a:ea typeface="Dosis ExtraLight"/>
              <a:cs typeface="Dosis ExtraLight"/>
              <a:sym typeface="Dosis Extra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What after this presentation ?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57" name="Google Shape;757;p31"/>
          <p:cNvSpPr txBox="1"/>
          <p:nvPr>
            <p:ph idx="4294967295" type="title"/>
          </p:nvPr>
        </p:nvSpPr>
        <p:spPr>
          <a:xfrm>
            <a:off x="1112792" y="1875269"/>
            <a:ext cx="804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8" name="Google Shape;758;p31"/>
          <p:cNvSpPr txBox="1"/>
          <p:nvPr>
            <p:ph idx="4294967295" type="title"/>
          </p:nvPr>
        </p:nvSpPr>
        <p:spPr>
          <a:xfrm>
            <a:off x="1087157" y="2621569"/>
            <a:ext cx="855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9" name="Google Shape;759;p31"/>
          <p:cNvSpPr txBox="1"/>
          <p:nvPr>
            <p:ph idx="4294967295" type="subTitle"/>
          </p:nvPr>
        </p:nvSpPr>
        <p:spPr>
          <a:xfrm>
            <a:off x="1544299" y="1945800"/>
            <a:ext cx="2009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Workshop Docker</a:t>
            </a:r>
            <a:endParaRPr sz="1800">
              <a:solidFill>
                <a:schemeClr val="accent5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760" name="Google Shape;760;p31"/>
          <p:cNvSpPr txBox="1"/>
          <p:nvPr>
            <p:ph idx="4294967295" type="subTitle"/>
          </p:nvPr>
        </p:nvSpPr>
        <p:spPr>
          <a:xfrm>
            <a:off x="1544300" y="2688225"/>
            <a:ext cx="27090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Talk: Other technologies</a:t>
            </a:r>
            <a:endParaRPr sz="1800">
              <a:solidFill>
                <a:schemeClr val="accent5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2"/>
          <p:cNvGrpSpPr/>
          <p:nvPr/>
        </p:nvGrpSpPr>
        <p:grpSpPr>
          <a:xfrm>
            <a:off x="882387" y="3164574"/>
            <a:ext cx="3116480" cy="1301090"/>
            <a:chOff x="1202000" y="2798341"/>
            <a:chExt cx="2538884" cy="1059951"/>
          </a:xfrm>
        </p:grpSpPr>
        <p:sp>
          <p:nvSpPr>
            <p:cNvPr id="766" name="Google Shape;766;p3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8" name="Google Shape;768;p32"/>
          <p:cNvSpPr txBox="1"/>
          <p:nvPr>
            <p:ph type="ctrTitle"/>
          </p:nvPr>
        </p:nvSpPr>
        <p:spPr>
          <a:xfrm>
            <a:off x="5502775" y="1300050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THANKS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69" name="Google Shape;769;p32"/>
          <p:cNvSpPr txBox="1"/>
          <p:nvPr>
            <p:ph idx="1" type="subTitle"/>
          </p:nvPr>
        </p:nvSpPr>
        <p:spPr>
          <a:xfrm>
            <a:off x="5502775" y="2327750"/>
            <a:ext cx="29919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Does anyone have any questions?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hugo1.lachkar@epitech.eu 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hugolachkar.com</a:t>
            </a:r>
            <a:endParaRPr>
              <a:solidFill>
                <a:srgbClr val="F3F3F3"/>
              </a:solidFill>
            </a:endParaRPr>
          </a:p>
        </p:txBody>
      </p:sp>
      <p:grpSp>
        <p:nvGrpSpPr>
          <p:cNvPr id="770" name="Google Shape;770;p32"/>
          <p:cNvGrpSpPr/>
          <p:nvPr/>
        </p:nvGrpSpPr>
        <p:grpSpPr>
          <a:xfrm>
            <a:off x="719989" y="776985"/>
            <a:ext cx="3569662" cy="3589538"/>
            <a:chOff x="1096650" y="934025"/>
            <a:chExt cx="2908075" cy="2924268"/>
          </a:xfrm>
        </p:grpSpPr>
        <p:sp>
          <p:nvSpPr>
            <p:cNvPr id="771" name="Google Shape;771;p32"/>
            <p:cNvSpPr/>
            <p:nvPr/>
          </p:nvSpPr>
          <p:spPr>
            <a:xfrm>
              <a:off x="3687325" y="2463650"/>
              <a:ext cx="317400" cy="400850"/>
            </a:xfrm>
            <a:custGeom>
              <a:rect b="b" l="l" r="r" t="t"/>
              <a:pathLst>
                <a:path extrusionOk="0" h="16034" w="12696">
                  <a:moveTo>
                    <a:pt x="10189" y="0"/>
                  </a:moveTo>
                  <a:cubicBezTo>
                    <a:pt x="8155" y="0"/>
                    <a:pt x="5703" y="1549"/>
                    <a:pt x="4028" y="3573"/>
                  </a:cubicBezTo>
                  <a:cubicBezTo>
                    <a:pt x="2018" y="6000"/>
                    <a:pt x="35" y="10955"/>
                    <a:pt x="0" y="12848"/>
                  </a:cubicBezTo>
                  <a:lnTo>
                    <a:pt x="811" y="16034"/>
                  </a:lnTo>
                  <a:lnTo>
                    <a:pt x="3165" y="12300"/>
                  </a:lnTo>
                  <a:cubicBezTo>
                    <a:pt x="4314" y="9245"/>
                    <a:pt x="8082" y="7076"/>
                    <a:pt x="10596" y="5342"/>
                  </a:cubicBezTo>
                  <a:cubicBezTo>
                    <a:pt x="11993" y="4380"/>
                    <a:pt x="12693" y="3121"/>
                    <a:pt x="12696" y="2069"/>
                  </a:cubicBezTo>
                  <a:cubicBezTo>
                    <a:pt x="12696" y="1228"/>
                    <a:pt x="12247" y="518"/>
                    <a:pt x="11341" y="191"/>
                  </a:cubicBezTo>
                  <a:cubicBezTo>
                    <a:pt x="10979" y="59"/>
                    <a:pt x="10592" y="0"/>
                    <a:pt x="10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3708350" y="2667125"/>
              <a:ext cx="274750" cy="260150"/>
            </a:xfrm>
            <a:custGeom>
              <a:rect b="b" l="l" r="r" t="t"/>
              <a:pathLst>
                <a:path extrusionOk="0" h="10406" w="10990">
                  <a:moveTo>
                    <a:pt x="7957" y="0"/>
                  </a:moveTo>
                  <a:cubicBezTo>
                    <a:pt x="7785" y="0"/>
                    <a:pt x="7605" y="10"/>
                    <a:pt x="7418" y="30"/>
                  </a:cubicBezTo>
                  <a:cubicBezTo>
                    <a:pt x="5021" y="286"/>
                    <a:pt x="760" y="3475"/>
                    <a:pt x="1" y="8375"/>
                  </a:cubicBezTo>
                  <a:lnTo>
                    <a:pt x="411" y="10405"/>
                  </a:lnTo>
                  <a:cubicBezTo>
                    <a:pt x="736" y="9347"/>
                    <a:pt x="2066" y="7612"/>
                    <a:pt x="4197" y="6195"/>
                  </a:cubicBezTo>
                  <a:cubicBezTo>
                    <a:pt x="6552" y="4630"/>
                    <a:pt x="9511" y="3943"/>
                    <a:pt x="10214" y="2706"/>
                  </a:cubicBezTo>
                  <a:cubicBezTo>
                    <a:pt x="10989" y="1333"/>
                    <a:pt x="9995" y="0"/>
                    <a:pt x="7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3703450" y="2700000"/>
              <a:ext cx="218025" cy="199150"/>
            </a:xfrm>
            <a:custGeom>
              <a:rect b="b" l="l" r="r" t="t"/>
              <a:pathLst>
                <a:path extrusionOk="0" h="7966" w="8721">
                  <a:moveTo>
                    <a:pt x="8574" y="0"/>
                  </a:moveTo>
                  <a:cubicBezTo>
                    <a:pt x="8570" y="0"/>
                    <a:pt x="8566" y="0"/>
                    <a:pt x="8561" y="1"/>
                  </a:cubicBezTo>
                  <a:cubicBezTo>
                    <a:pt x="6389" y="246"/>
                    <a:pt x="2148" y="2156"/>
                    <a:pt x="28" y="7776"/>
                  </a:cubicBezTo>
                  <a:cubicBezTo>
                    <a:pt x="1" y="7849"/>
                    <a:pt x="34" y="7928"/>
                    <a:pt x="107" y="7956"/>
                  </a:cubicBezTo>
                  <a:cubicBezTo>
                    <a:pt x="125" y="7962"/>
                    <a:pt x="145" y="7966"/>
                    <a:pt x="166" y="7966"/>
                  </a:cubicBezTo>
                  <a:cubicBezTo>
                    <a:pt x="217" y="7962"/>
                    <a:pt x="265" y="7928"/>
                    <a:pt x="286" y="7876"/>
                  </a:cubicBezTo>
                  <a:cubicBezTo>
                    <a:pt x="2366" y="2370"/>
                    <a:pt x="6627" y="497"/>
                    <a:pt x="8589" y="277"/>
                  </a:cubicBezTo>
                  <a:cubicBezTo>
                    <a:pt x="8669" y="266"/>
                    <a:pt x="8720" y="201"/>
                    <a:pt x="8714" y="125"/>
                  </a:cubicBezTo>
                  <a:cubicBezTo>
                    <a:pt x="8703" y="51"/>
                    <a:pt x="8645" y="0"/>
                    <a:pt x="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1203300" y="2683450"/>
              <a:ext cx="243125" cy="549400"/>
            </a:xfrm>
            <a:custGeom>
              <a:rect b="b" l="l" r="r" t="t"/>
              <a:pathLst>
                <a:path extrusionOk="0" h="21976" w="9725">
                  <a:moveTo>
                    <a:pt x="2107" y="1"/>
                  </a:moveTo>
                  <a:cubicBezTo>
                    <a:pt x="1842" y="1"/>
                    <a:pt x="1607" y="42"/>
                    <a:pt x="1407" y="122"/>
                  </a:cubicBezTo>
                  <a:cubicBezTo>
                    <a:pt x="548" y="467"/>
                    <a:pt x="1" y="1129"/>
                    <a:pt x="1" y="2180"/>
                  </a:cubicBezTo>
                  <a:cubicBezTo>
                    <a:pt x="1" y="3363"/>
                    <a:pt x="700" y="5039"/>
                    <a:pt x="2448" y="7300"/>
                  </a:cubicBezTo>
                  <a:cubicBezTo>
                    <a:pt x="4366" y="9783"/>
                    <a:pt x="6828" y="14996"/>
                    <a:pt x="6831" y="21713"/>
                  </a:cubicBezTo>
                  <a:cubicBezTo>
                    <a:pt x="6831" y="21799"/>
                    <a:pt x="6831" y="21885"/>
                    <a:pt x="6828" y="21976"/>
                  </a:cubicBezTo>
                  <a:lnTo>
                    <a:pt x="9137" y="20655"/>
                  </a:lnTo>
                  <a:cubicBezTo>
                    <a:pt x="9137" y="20655"/>
                    <a:pt x="9724" y="17420"/>
                    <a:pt x="9724" y="13638"/>
                  </a:cubicBezTo>
                  <a:cubicBezTo>
                    <a:pt x="9724" y="12224"/>
                    <a:pt x="9641" y="10735"/>
                    <a:pt x="9417" y="9307"/>
                  </a:cubicBezTo>
                  <a:cubicBezTo>
                    <a:pt x="8379" y="2736"/>
                    <a:pt x="4279" y="1"/>
                    <a:pt x="2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1096650" y="2841750"/>
              <a:ext cx="320975" cy="484925"/>
            </a:xfrm>
            <a:custGeom>
              <a:rect b="b" l="l" r="r" t="t"/>
              <a:pathLst>
                <a:path extrusionOk="0" h="19397" w="12839">
                  <a:moveTo>
                    <a:pt x="2673" y="1"/>
                  </a:moveTo>
                  <a:cubicBezTo>
                    <a:pt x="2247" y="1"/>
                    <a:pt x="1813" y="83"/>
                    <a:pt x="1504" y="365"/>
                  </a:cubicBezTo>
                  <a:cubicBezTo>
                    <a:pt x="1049" y="782"/>
                    <a:pt x="1019" y="1506"/>
                    <a:pt x="1221" y="2089"/>
                  </a:cubicBezTo>
                  <a:cubicBezTo>
                    <a:pt x="1425" y="2672"/>
                    <a:pt x="1815" y="3169"/>
                    <a:pt x="2108" y="3713"/>
                  </a:cubicBezTo>
                  <a:cubicBezTo>
                    <a:pt x="2246" y="3965"/>
                    <a:pt x="2363" y="4234"/>
                    <a:pt x="2391" y="4520"/>
                  </a:cubicBezTo>
                  <a:cubicBezTo>
                    <a:pt x="2432" y="4982"/>
                    <a:pt x="2228" y="5430"/>
                    <a:pt x="1970" y="5813"/>
                  </a:cubicBezTo>
                  <a:cubicBezTo>
                    <a:pt x="1611" y="6347"/>
                    <a:pt x="1139" y="6792"/>
                    <a:pt x="739" y="7296"/>
                  </a:cubicBezTo>
                  <a:cubicBezTo>
                    <a:pt x="343" y="7799"/>
                    <a:pt x="8" y="8395"/>
                    <a:pt x="5" y="9040"/>
                  </a:cubicBezTo>
                  <a:cubicBezTo>
                    <a:pt x="1" y="9872"/>
                    <a:pt x="646" y="10482"/>
                    <a:pt x="1263" y="10943"/>
                  </a:cubicBezTo>
                  <a:cubicBezTo>
                    <a:pt x="1821" y="11365"/>
                    <a:pt x="2435" y="11847"/>
                    <a:pt x="2521" y="12540"/>
                  </a:cubicBezTo>
                  <a:cubicBezTo>
                    <a:pt x="2566" y="12881"/>
                    <a:pt x="2470" y="13226"/>
                    <a:pt x="2373" y="13561"/>
                  </a:cubicBezTo>
                  <a:cubicBezTo>
                    <a:pt x="2276" y="13895"/>
                    <a:pt x="2180" y="14233"/>
                    <a:pt x="2084" y="14571"/>
                  </a:cubicBezTo>
                  <a:cubicBezTo>
                    <a:pt x="1984" y="14912"/>
                    <a:pt x="1888" y="15257"/>
                    <a:pt x="1835" y="15612"/>
                  </a:cubicBezTo>
                  <a:cubicBezTo>
                    <a:pt x="1739" y="16295"/>
                    <a:pt x="1818" y="16954"/>
                    <a:pt x="2125" y="17571"/>
                  </a:cubicBezTo>
                  <a:cubicBezTo>
                    <a:pt x="2391" y="18101"/>
                    <a:pt x="2790" y="18571"/>
                    <a:pt x="3284" y="18902"/>
                  </a:cubicBezTo>
                  <a:cubicBezTo>
                    <a:pt x="3521" y="19060"/>
                    <a:pt x="4069" y="19397"/>
                    <a:pt x="4458" y="19397"/>
                  </a:cubicBezTo>
                  <a:cubicBezTo>
                    <a:pt x="4544" y="19397"/>
                    <a:pt x="4622" y="19381"/>
                    <a:pt x="4687" y="19343"/>
                  </a:cubicBezTo>
                  <a:cubicBezTo>
                    <a:pt x="4746" y="19312"/>
                    <a:pt x="11073" y="15664"/>
                    <a:pt x="11094" y="15644"/>
                  </a:cubicBezTo>
                  <a:cubicBezTo>
                    <a:pt x="11094" y="15644"/>
                    <a:pt x="11969" y="14406"/>
                    <a:pt x="12269" y="13716"/>
                  </a:cubicBezTo>
                  <a:cubicBezTo>
                    <a:pt x="12628" y="12881"/>
                    <a:pt x="12738" y="12329"/>
                    <a:pt x="12800" y="11578"/>
                  </a:cubicBezTo>
                  <a:cubicBezTo>
                    <a:pt x="12838" y="11137"/>
                    <a:pt x="12786" y="10695"/>
                    <a:pt x="12555" y="10313"/>
                  </a:cubicBezTo>
                  <a:cubicBezTo>
                    <a:pt x="12028" y="9444"/>
                    <a:pt x="11086" y="9075"/>
                    <a:pt x="10769" y="8106"/>
                  </a:cubicBezTo>
                  <a:cubicBezTo>
                    <a:pt x="10407" y="7017"/>
                    <a:pt x="11363" y="5747"/>
                    <a:pt x="10845" y="4720"/>
                  </a:cubicBezTo>
                  <a:cubicBezTo>
                    <a:pt x="10586" y="4199"/>
                    <a:pt x="10010" y="3909"/>
                    <a:pt x="9445" y="3761"/>
                  </a:cubicBezTo>
                  <a:cubicBezTo>
                    <a:pt x="8883" y="3613"/>
                    <a:pt x="8290" y="3565"/>
                    <a:pt x="7749" y="3344"/>
                  </a:cubicBezTo>
                  <a:cubicBezTo>
                    <a:pt x="6345" y="2779"/>
                    <a:pt x="5591" y="1213"/>
                    <a:pt x="4270" y="479"/>
                  </a:cubicBezTo>
                  <a:cubicBezTo>
                    <a:pt x="3860" y="252"/>
                    <a:pt x="3404" y="41"/>
                    <a:pt x="2935" y="10"/>
                  </a:cubicBezTo>
                  <a:cubicBezTo>
                    <a:pt x="2849" y="4"/>
                    <a:pt x="2761" y="1"/>
                    <a:pt x="26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3004600" y="2482425"/>
              <a:ext cx="74700" cy="94175"/>
            </a:xfrm>
            <a:custGeom>
              <a:rect b="b" l="l" r="r" t="t"/>
              <a:pathLst>
                <a:path extrusionOk="0" h="3767" w="2988">
                  <a:moveTo>
                    <a:pt x="2916" y="1"/>
                  </a:moveTo>
                  <a:cubicBezTo>
                    <a:pt x="2898" y="1"/>
                    <a:pt x="2878" y="7"/>
                    <a:pt x="2856" y="19"/>
                  </a:cubicBezTo>
                  <a:lnTo>
                    <a:pt x="132" y="1598"/>
                  </a:lnTo>
                  <a:cubicBezTo>
                    <a:pt x="60" y="1639"/>
                    <a:pt x="1" y="1743"/>
                    <a:pt x="1" y="1825"/>
                  </a:cubicBezTo>
                  <a:lnTo>
                    <a:pt x="1" y="3673"/>
                  </a:lnTo>
                  <a:cubicBezTo>
                    <a:pt x="1" y="3732"/>
                    <a:pt x="31" y="3767"/>
                    <a:pt x="74" y="3767"/>
                  </a:cubicBezTo>
                  <a:cubicBezTo>
                    <a:pt x="92" y="3767"/>
                    <a:pt x="112" y="3761"/>
                    <a:pt x="132" y="3749"/>
                  </a:cubicBezTo>
                  <a:lnTo>
                    <a:pt x="2856" y="2170"/>
                  </a:lnTo>
                  <a:cubicBezTo>
                    <a:pt x="2929" y="2129"/>
                    <a:pt x="2987" y="2026"/>
                    <a:pt x="2987" y="1939"/>
                  </a:cubicBezTo>
                  <a:lnTo>
                    <a:pt x="2987" y="94"/>
                  </a:lnTo>
                  <a:cubicBezTo>
                    <a:pt x="2987" y="34"/>
                    <a:pt x="2958" y="1"/>
                    <a:pt x="291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3692325" y="2495850"/>
              <a:ext cx="256375" cy="327500"/>
            </a:xfrm>
            <a:custGeom>
              <a:rect b="b" l="l" r="r" t="t"/>
              <a:pathLst>
                <a:path extrusionOk="0" h="13100" w="10255">
                  <a:moveTo>
                    <a:pt x="10103" y="0"/>
                  </a:moveTo>
                  <a:cubicBezTo>
                    <a:pt x="10087" y="0"/>
                    <a:pt x="10071" y="3"/>
                    <a:pt x="10055" y="9"/>
                  </a:cubicBezTo>
                  <a:cubicBezTo>
                    <a:pt x="6841" y="1137"/>
                    <a:pt x="1418" y="6388"/>
                    <a:pt x="18" y="12933"/>
                  </a:cubicBezTo>
                  <a:cubicBezTo>
                    <a:pt x="0" y="13008"/>
                    <a:pt x="48" y="13081"/>
                    <a:pt x="121" y="13098"/>
                  </a:cubicBezTo>
                  <a:cubicBezTo>
                    <a:pt x="131" y="13098"/>
                    <a:pt x="140" y="13099"/>
                    <a:pt x="148" y="13099"/>
                  </a:cubicBezTo>
                  <a:cubicBezTo>
                    <a:pt x="152" y="13099"/>
                    <a:pt x="156" y="13099"/>
                    <a:pt x="159" y="13098"/>
                  </a:cubicBezTo>
                  <a:cubicBezTo>
                    <a:pt x="221" y="13095"/>
                    <a:pt x="273" y="13053"/>
                    <a:pt x="287" y="12991"/>
                  </a:cubicBezTo>
                  <a:cubicBezTo>
                    <a:pt x="1669" y="6543"/>
                    <a:pt x="6993" y="1378"/>
                    <a:pt x="10144" y="268"/>
                  </a:cubicBezTo>
                  <a:cubicBezTo>
                    <a:pt x="10217" y="243"/>
                    <a:pt x="10255" y="165"/>
                    <a:pt x="10231" y="92"/>
                  </a:cubicBezTo>
                  <a:cubicBezTo>
                    <a:pt x="10212" y="36"/>
                    <a:pt x="10160" y="0"/>
                    <a:pt x="10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1265625" y="2709875"/>
              <a:ext cx="157600" cy="449700"/>
            </a:xfrm>
            <a:custGeom>
              <a:rect b="b" l="l" r="r" t="t"/>
              <a:pathLst>
                <a:path extrusionOk="0" h="17988" w="6304">
                  <a:moveTo>
                    <a:pt x="183" y="0"/>
                  </a:moveTo>
                  <a:cubicBezTo>
                    <a:pt x="139" y="0"/>
                    <a:pt x="96" y="17"/>
                    <a:pt x="62" y="51"/>
                  </a:cubicBezTo>
                  <a:cubicBezTo>
                    <a:pt x="0" y="113"/>
                    <a:pt x="0" y="220"/>
                    <a:pt x="66" y="282"/>
                  </a:cubicBezTo>
                  <a:cubicBezTo>
                    <a:pt x="3186" y="3330"/>
                    <a:pt x="5962" y="10895"/>
                    <a:pt x="5010" y="17801"/>
                  </a:cubicBezTo>
                  <a:cubicBezTo>
                    <a:pt x="4997" y="17891"/>
                    <a:pt x="5059" y="17974"/>
                    <a:pt x="5148" y="17988"/>
                  </a:cubicBezTo>
                  <a:lnTo>
                    <a:pt x="5172" y="17988"/>
                  </a:lnTo>
                  <a:cubicBezTo>
                    <a:pt x="5252" y="17988"/>
                    <a:pt x="5324" y="17929"/>
                    <a:pt x="5334" y="17846"/>
                  </a:cubicBezTo>
                  <a:cubicBezTo>
                    <a:pt x="6303" y="10839"/>
                    <a:pt x="3472" y="3151"/>
                    <a:pt x="296" y="48"/>
                  </a:cubicBezTo>
                  <a:cubicBezTo>
                    <a:pt x="265" y="16"/>
                    <a:pt x="22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1175550" y="2867800"/>
              <a:ext cx="143000" cy="407625"/>
            </a:xfrm>
            <a:custGeom>
              <a:rect b="b" l="l" r="r" t="t"/>
              <a:pathLst>
                <a:path extrusionOk="0" h="16305" w="5720">
                  <a:moveTo>
                    <a:pt x="181" y="1"/>
                  </a:moveTo>
                  <a:cubicBezTo>
                    <a:pt x="138" y="1"/>
                    <a:pt x="94" y="18"/>
                    <a:pt x="62" y="54"/>
                  </a:cubicBezTo>
                  <a:cubicBezTo>
                    <a:pt x="0" y="120"/>
                    <a:pt x="3" y="223"/>
                    <a:pt x="69" y="286"/>
                  </a:cubicBezTo>
                  <a:cubicBezTo>
                    <a:pt x="2311" y="2382"/>
                    <a:pt x="5389" y="9598"/>
                    <a:pt x="5117" y="16133"/>
                  </a:cubicBezTo>
                  <a:cubicBezTo>
                    <a:pt x="5113" y="16222"/>
                    <a:pt x="5182" y="16301"/>
                    <a:pt x="5276" y="16305"/>
                  </a:cubicBezTo>
                  <a:lnTo>
                    <a:pt x="5279" y="16305"/>
                  </a:lnTo>
                  <a:cubicBezTo>
                    <a:pt x="5368" y="16305"/>
                    <a:pt x="5441" y="16236"/>
                    <a:pt x="5444" y="16146"/>
                  </a:cubicBezTo>
                  <a:cubicBezTo>
                    <a:pt x="5720" y="9519"/>
                    <a:pt x="2580" y="2185"/>
                    <a:pt x="293" y="44"/>
                  </a:cubicBezTo>
                  <a:cubicBezTo>
                    <a:pt x="262" y="16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1159250" y="3054800"/>
              <a:ext cx="128475" cy="27550"/>
            </a:xfrm>
            <a:custGeom>
              <a:rect b="b" l="l" r="r" t="t"/>
              <a:pathLst>
                <a:path extrusionOk="0" h="1102" w="5139">
                  <a:moveTo>
                    <a:pt x="170" y="1"/>
                  </a:moveTo>
                  <a:cubicBezTo>
                    <a:pt x="73" y="1"/>
                    <a:pt x="7" y="72"/>
                    <a:pt x="4" y="160"/>
                  </a:cubicBezTo>
                  <a:cubicBezTo>
                    <a:pt x="0" y="249"/>
                    <a:pt x="70" y="325"/>
                    <a:pt x="162" y="332"/>
                  </a:cubicBezTo>
                  <a:cubicBezTo>
                    <a:pt x="186" y="332"/>
                    <a:pt x="2804" y="446"/>
                    <a:pt x="4903" y="1094"/>
                  </a:cubicBezTo>
                  <a:cubicBezTo>
                    <a:pt x="4920" y="1101"/>
                    <a:pt x="4938" y="1101"/>
                    <a:pt x="4952" y="1101"/>
                  </a:cubicBezTo>
                  <a:cubicBezTo>
                    <a:pt x="5024" y="1101"/>
                    <a:pt x="5089" y="1056"/>
                    <a:pt x="5110" y="987"/>
                  </a:cubicBezTo>
                  <a:cubicBezTo>
                    <a:pt x="5138" y="901"/>
                    <a:pt x="5089" y="808"/>
                    <a:pt x="5003" y="780"/>
                  </a:cubicBezTo>
                  <a:cubicBezTo>
                    <a:pt x="2862" y="118"/>
                    <a:pt x="204" y="1"/>
                    <a:pt x="176" y="1"/>
                  </a:cubicBezTo>
                  <a:cubicBezTo>
                    <a:pt x="174" y="1"/>
                    <a:pt x="172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1215725" y="2308700"/>
              <a:ext cx="2510500" cy="1444425"/>
            </a:xfrm>
            <a:custGeom>
              <a:rect b="b" l="l" r="r" t="t"/>
              <a:pathLst>
                <a:path extrusionOk="0" h="57777" w="100420">
                  <a:moveTo>
                    <a:pt x="65079" y="1"/>
                  </a:moveTo>
                  <a:cubicBezTo>
                    <a:pt x="64601" y="1"/>
                    <a:pt x="64122" y="106"/>
                    <a:pt x="63757" y="316"/>
                  </a:cubicBezTo>
                  <a:lnTo>
                    <a:pt x="731" y="36713"/>
                  </a:lnTo>
                  <a:cubicBezTo>
                    <a:pt x="0" y="37138"/>
                    <a:pt x="0" y="37821"/>
                    <a:pt x="731" y="38241"/>
                  </a:cubicBezTo>
                  <a:lnTo>
                    <a:pt x="34021" y="57460"/>
                  </a:lnTo>
                  <a:cubicBezTo>
                    <a:pt x="34385" y="57671"/>
                    <a:pt x="34862" y="57776"/>
                    <a:pt x="35340" y="57776"/>
                  </a:cubicBezTo>
                  <a:cubicBezTo>
                    <a:pt x="35818" y="57776"/>
                    <a:pt x="36297" y="57671"/>
                    <a:pt x="36663" y="57460"/>
                  </a:cubicBezTo>
                  <a:lnTo>
                    <a:pt x="99688" y="21063"/>
                  </a:lnTo>
                  <a:cubicBezTo>
                    <a:pt x="100420" y="20643"/>
                    <a:pt x="100420" y="19956"/>
                    <a:pt x="99688" y="19536"/>
                  </a:cubicBezTo>
                  <a:lnTo>
                    <a:pt x="66398" y="316"/>
                  </a:lnTo>
                  <a:cubicBezTo>
                    <a:pt x="66034" y="106"/>
                    <a:pt x="65557" y="1"/>
                    <a:pt x="6507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1658450" y="3423975"/>
              <a:ext cx="142400" cy="74925"/>
            </a:xfrm>
            <a:custGeom>
              <a:rect b="b" l="l" r="r" t="t"/>
              <a:pathLst>
                <a:path extrusionOk="0" h="2997" w="5696">
                  <a:moveTo>
                    <a:pt x="2848" y="0"/>
                  </a:moveTo>
                  <a:cubicBezTo>
                    <a:pt x="2184" y="0"/>
                    <a:pt x="1521" y="147"/>
                    <a:pt x="1014" y="440"/>
                  </a:cubicBezTo>
                  <a:cubicBezTo>
                    <a:pt x="0" y="1023"/>
                    <a:pt x="0" y="1971"/>
                    <a:pt x="1014" y="2557"/>
                  </a:cubicBezTo>
                  <a:cubicBezTo>
                    <a:pt x="1521" y="2850"/>
                    <a:pt x="2184" y="2997"/>
                    <a:pt x="2848" y="2997"/>
                  </a:cubicBezTo>
                  <a:cubicBezTo>
                    <a:pt x="3512" y="2997"/>
                    <a:pt x="4175" y="2850"/>
                    <a:pt x="4682" y="2557"/>
                  </a:cubicBezTo>
                  <a:cubicBezTo>
                    <a:pt x="5696" y="1971"/>
                    <a:pt x="5696" y="1023"/>
                    <a:pt x="4682" y="440"/>
                  </a:cubicBezTo>
                  <a:cubicBezTo>
                    <a:pt x="4175" y="147"/>
                    <a:pt x="3512" y="0"/>
                    <a:pt x="28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2"/>
            <p:cNvSpPr/>
            <p:nvPr/>
          </p:nvSpPr>
          <p:spPr>
            <a:xfrm>
              <a:off x="1406800" y="2418000"/>
              <a:ext cx="2139350" cy="1232375"/>
            </a:xfrm>
            <a:custGeom>
              <a:rect b="b" l="l" r="r" t="t"/>
              <a:pathLst>
                <a:path extrusionOk="0" h="49295" w="85574">
                  <a:moveTo>
                    <a:pt x="52913" y="0"/>
                  </a:moveTo>
                  <a:cubicBezTo>
                    <a:pt x="52625" y="0"/>
                    <a:pt x="52337" y="64"/>
                    <a:pt x="52117" y="192"/>
                  </a:cubicBezTo>
                  <a:lnTo>
                    <a:pt x="439" y="30045"/>
                  </a:lnTo>
                  <a:cubicBezTo>
                    <a:pt x="1" y="30297"/>
                    <a:pt x="1" y="30707"/>
                    <a:pt x="439" y="30963"/>
                  </a:cubicBezTo>
                  <a:lnTo>
                    <a:pt x="31861" y="49106"/>
                  </a:lnTo>
                  <a:cubicBezTo>
                    <a:pt x="32079" y="49232"/>
                    <a:pt x="32367" y="49295"/>
                    <a:pt x="32654" y="49295"/>
                  </a:cubicBezTo>
                  <a:cubicBezTo>
                    <a:pt x="32941" y="49295"/>
                    <a:pt x="33228" y="49232"/>
                    <a:pt x="33447" y="49106"/>
                  </a:cubicBezTo>
                  <a:lnTo>
                    <a:pt x="85139" y="19246"/>
                  </a:lnTo>
                  <a:cubicBezTo>
                    <a:pt x="85573" y="18994"/>
                    <a:pt x="85573" y="18584"/>
                    <a:pt x="85139" y="18329"/>
                  </a:cubicBezTo>
                  <a:lnTo>
                    <a:pt x="53704" y="189"/>
                  </a:lnTo>
                  <a:cubicBezTo>
                    <a:pt x="53486" y="63"/>
                    <a:pt x="53200" y="0"/>
                    <a:pt x="52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1696725" y="3035250"/>
              <a:ext cx="767025" cy="441525"/>
            </a:xfrm>
            <a:custGeom>
              <a:rect b="b" l="l" r="r" t="t"/>
              <a:pathLst>
                <a:path extrusionOk="0" h="17661" w="30681">
                  <a:moveTo>
                    <a:pt x="12095" y="1"/>
                  </a:moveTo>
                  <a:lnTo>
                    <a:pt x="365" y="6772"/>
                  </a:lnTo>
                  <a:cubicBezTo>
                    <a:pt x="0" y="6983"/>
                    <a:pt x="0" y="7324"/>
                    <a:pt x="365" y="7535"/>
                  </a:cubicBezTo>
                  <a:lnTo>
                    <a:pt x="17630" y="17503"/>
                  </a:lnTo>
                  <a:cubicBezTo>
                    <a:pt x="17810" y="17608"/>
                    <a:pt x="18049" y="17661"/>
                    <a:pt x="18288" y="17661"/>
                  </a:cubicBezTo>
                  <a:cubicBezTo>
                    <a:pt x="18528" y="17661"/>
                    <a:pt x="18767" y="17608"/>
                    <a:pt x="18950" y="17503"/>
                  </a:cubicBezTo>
                  <a:lnTo>
                    <a:pt x="30680" y="10731"/>
                  </a:lnTo>
                  <a:lnTo>
                    <a:pt x="1209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8585" y="10731"/>
                  </a:lnTo>
                  <a:lnTo>
                    <a:pt x="18585" y="10731"/>
                  </a:lnTo>
                  <a:lnTo>
                    <a:pt x="16396" y="2024"/>
                  </a:lnTo>
                  <a:cubicBezTo>
                    <a:pt x="16344" y="1817"/>
                    <a:pt x="16231" y="1628"/>
                    <a:pt x="16069" y="1494"/>
                  </a:cubicBezTo>
                  <a:cubicBezTo>
                    <a:pt x="16065" y="1494"/>
                    <a:pt x="16065" y="1490"/>
                    <a:pt x="16061" y="1490"/>
                  </a:cubicBezTo>
                  <a:cubicBezTo>
                    <a:pt x="15896" y="1349"/>
                    <a:pt x="15693" y="1259"/>
                    <a:pt x="15475" y="12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2404" y="9445"/>
                  </a:lnTo>
                  <a:cubicBezTo>
                    <a:pt x="2235" y="9430"/>
                    <a:pt x="2090" y="9310"/>
                    <a:pt x="2056" y="91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2092025" y="3285675"/>
              <a:ext cx="78475" cy="196725"/>
            </a:xfrm>
            <a:custGeom>
              <a:rect b="b" l="l" r="r" t="t"/>
              <a:pathLst>
                <a:path extrusionOk="0" h="7869" w="3139">
                  <a:moveTo>
                    <a:pt x="0" y="0"/>
                  </a:moveTo>
                  <a:lnTo>
                    <a:pt x="2476" y="7868"/>
                  </a:lnTo>
                  <a:lnTo>
                    <a:pt x="3138" y="7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1689275" y="3204550"/>
              <a:ext cx="340800" cy="45375"/>
            </a:xfrm>
            <a:custGeom>
              <a:rect b="b" l="l" r="r" t="t"/>
              <a:pathLst>
                <a:path extrusionOk="0" h="1815" w="13632">
                  <a:moveTo>
                    <a:pt x="663" y="0"/>
                  </a:moveTo>
                  <a:lnTo>
                    <a:pt x="1" y="383"/>
                  </a:lnTo>
                  <a:lnTo>
                    <a:pt x="13631" y="1814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2254250" y="2611600"/>
              <a:ext cx="945475" cy="543300"/>
            </a:xfrm>
            <a:custGeom>
              <a:rect b="b" l="l" r="r" t="t"/>
              <a:pathLst>
                <a:path extrusionOk="0" h="21732" w="37819">
                  <a:moveTo>
                    <a:pt x="22009" y="0"/>
                  </a:moveTo>
                  <a:cubicBezTo>
                    <a:pt x="21769" y="0"/>
                    <a:pt x="21530" y="53"/>
                    <a:pt x="21347" y="158"/>
                  </a:cubicBezTo>
                  <a:lnTo>
                    <a:pt x="366" y="12275"/>
                  </a:lnTo>
                  <a:cubicBezTo>
                    <a:pt x="1" y="12485"/>
                    <a:pt x="1" y="12826"/>
                    <a:pt x="366" y="13037"/>
                  </a:cubicBezTo>
                  <a:lnTo>
                    <a:pt x="15151" y="21574"/>
                  </a:lnTo>
                  <a:cubicBezTo>
                    <a:pt x="15334" y="21679"/>
                    <a:pt x="15573" y="21731"/>
                    <a:pt x="15813" y="21731"/>
                  </a:cubicBezTo>
                  <a:cubicBezTo>
                    <a:pt x="16052" y="21731"/>
                    <a:pt x="16290" y="21679"/>
                    <a:pt x="16472" y="21574"/>
                  </a:cubicBezTo>
                  <a:lnTo>
                    <a:pt x="37456" y="9458"/>
                  </a:lnTo>
                  <a:cubicBezTo>
                    <a:pt x="37818" y="9247"/>
                    <a:pt x="37818" y="8906"/>
                    <a:pt x="37456" y="8696"/>
                  </a:cubicBezTo>
                  <a:lnTo>
                    <a:pt x="22667" y="158"/>
                  </a:lnTo>
                  <a:cubicBezTo>
                    <a:pt x="22487" y="53"/>
                    <a:pt x="22248" y="0"/>
                    <a:pt x="2200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2547150" y="2788450"/>
              <a:ext cx="359650" cy="189600"/>
            </a:xfrm>
            <a:custGeom>
              <a:rect b="b" l="l" r="r" t="t"/>
              <a:pathLst>
                <a:path extrusionOk="0" h="7584" w="14386">
                  <a:moveTo>
                    <a:pt x="7046" y="2745"/>
                  </a:moveTo>
                  <a:cubicBezTo>
                    <a:pt x="7065" y="2745"/>
                    <a:pt x="7084" y="2745"/>
                    <a:pt x="7103" y="2745"/>
                  </a:cubicBezTo>
                  <a:cubicBezTo>
                    <a:pt x="7700" y="2752"/>
                    <a:pt x="8262" y="2908"/>
                    <a:pt x="8782" y="3207"/>
                  </a:cubicBezTo>
                  <a:cubicBezTo>
                    <a:pt x="9193" y="3445"/>
                    <a:pt x="9462" y="3694"/>
                    <a:pt x="9586" y="3949"/>
                  </a:cubicBezTo>
                  <a:lnTo>
                    <a:pt x="7990" y="4873"/>
                  </a:lnTo>
                  <a:cubicBezTo>
                    <a:pt x="7711" y="5032"/>
                    <a:pt x="7386" y="5111"/>
                    <a:pt x="7012" y="5111"/>
                  </a:cubicBezTo>
                  <a:cubicBezTo>
                    <a:pt x="6932" y="5111"/>
                    <a:pt x="6850" y="5108"/>
                    <a:pt x="6766" y="5100"/>
                  </a:cubicBezTo>
                  <a:cubicBezTo>
                    <a:pt x="6287" y="5059"/>
                    <a:pt x="5865" y="4932"/>
                    <a:pt x="5497" y="4717"/>
                  </a:cubicBezTo>
                  <a:cubicBezTo>
                    <a:pt x="5031" y="4448"/>
                    <a:pt x="4790" y="4190"/>
                    <a:pt x="4780" y="3939"/>
                  </a:cubicBezTo>
                  <a:cubicBezTo>
                    <a:pt x="4769" y="3690"/>
                    <a:pt x="4987" y="3439"/>
                    <a:pt x="5428" y="3180"/>
                  </a:cubicBezTo>
                  <a:cubicBezTo>
                    <a:pt x="5931" y="2890"/>
                    <a:pt x="6471" y="2745"/>
                    <a:pt x="7046" y="2745"/>
                  </a:cubicBezTo>
                  <a:close/>
                  <a:moveTo>
                    <a:pt x="6704" y="1"/>
                  </a:moveTo>
                  <a:cubicBezTo>
                    <a:pt x="6249" y="1"/>
                    <a:pt x="5794" y="34"/>
                    <a:pt x="5338" y="101"/>
                  </a:cubicBezTo>
                  <a:cubicBezTo>
                    <a:pt x="4204" y="263"/>
                    <a:pt x="3114" y="646"/>
                    <a:pt x="2066" y="1253"/>
                  </a:cubicBezTo>
                  <a:cubicBezTo>
                    <a:pt x="1145" y="1784"/>
                    <a:pt x="549" y="2356"/>
                    <a:pt x="273" y="2976"/>
                  </a:cubicBezTo>
                  <a:cubicBezTo>
                    <a:pt x="1" y="3594"/>
                    <a:pt x="42" y="4214"/>
                    <a:pt x="408" y="4835"/>
                  </a:cubicBezTo>
                  <a:cubicBezTo>
                    <a:pt x="770" y="5456"/>
                    <a:pt x="1422" y="6038"/>
                    <a:pt x="2363" y="6583"/>
                  </a:cubicBezTo>
                  <a:cubicBezTo>
                    <a:pt x="2808" y="6838"/>
                    <a:pt x="3287" y="7052"/>
                    <a:pt x="3804" y="7228"/>
                  </a:cubicBezTo>
                  <a:cubicBezTo>
                    <a:pt x="4321" y="7403"/>
                    <a:pt x="4814" y="7518"/>
                    <a:pt x="5280" y="7576"/>
                  </a:cubicBezTo>
                  <a:cubicBezTo>
                    <a:pt x="5309" y="7581"/>
                    <a:pt x="5335" y="7583"/>
                    <a:pt x="5359" y="7583"/>
                  </a:cubicBezTo>
                  <a:cubicBezTo>
                    <a:pt x="5403" y="7583"/>
                    <a:pt x="5438" y="7576"/>
                    <a:pt x="5462" y="7562"/>
                  </a:cubicBezTo>
                  <a:cubicBezTo>
                    <a:pt x="5472" y="7559"/>
                    <a:pt x="5490" y="7538"/>
                    <a:pt x="5521" y="7504"/>
                  </a:cubicBezTo>
                  <a:lnTo>
                    <a:pt x="5921" y="6938"/>
                  </a:lnTo>
                  <a:cubicBezTo>
                    <a:pt x="5945" y="6900"/>
                    <a:pt x="5945" y="6873"/>
                    <a:pt x="5921" y="6859"/>
                  </a:cubicBezTo>
                  <a:cubicBezTo>
                    <a:pt x="5900" y="6845"/>
                    <a:pt x="5859" y="6835"/>
                    <a:pt x="5797" y="6828"/>
                  </a:cubicBezTo>
                  <a:cubicBezTo>
                    <a:pt x="5414" y="6790"/>
                    <a:pt x="5004" y="6700"/>
                    <a:pt x="4562" y="6552"/>
                  </a:cubicBezTo>
                  <a:cubicBezTo>
                    <a:pt x="4121" y="6404"/>
                    <a:pt x="3714" y="6221"/>
                    <a:pt x="3338" y="6004"/>
                  </a:cubicBezTo>
                  <a:cubicBezTo>
                    <a:pt x="2652" y="5607"/>
                    <a:pt x="2166" y="5177"/>
                    <a:pt x="1887" y="4714"/>
                  </a:cubicBezTo>
                  <a:cubicBezTo>
                    <a:pt x="1608" y="4256"/>
                    <a:pt x="1576" y="3783"/>
                    <a:pt x="1790" y="3301"/>
                  </a:cubicBezTo>
                  <a:cubicBezTo>
                    <a:pt x="2004" y="2818"/>
                    <a:pt x="2487" y="2363"/>
                    <a:pt x="3235" y="1929"/>
                  </a:cubicBezTo>
                  <a:cubicBezTo>
                    <a:pt x="4430" y="1239"/>
                    <a:pt x="5649" y="892"/>
                    <a:pt x="6893" y="892"/>
                  </a:cubicBezTo>
                  <a:cubicBezTo>
                    <a:pt x="6980" y="892"/>
                    <a:pt x="7068" y="894"/>
                    <a:pt x="7156" y="897"/>
                  </a:cubicBezTo>
                  <a:cubicBezTo>
                    <a:pt x="8493" y="949"/>
                    <a:pt x="9775" y="1329"/>
                    <a:pt x="11007" y="2042"/>
                  </a:cubicBezTo>
                  <a:cubicBezTo>
                    <a:pt x="11683" y="2432"/>
                    <a:pt x="12159" y="2845"/>
                    <a:pt x="12438" y="3290"/>
                  </a:cubicBezTo>
                  <a:cubicBezTo>
                    <a:pt x="12717" y="3735"/>
                    <a:pt x="12765" y="4184"/>
                    <a:pt x="12582" y="4631"/>
                  </a:cubicBezTo>
                  <a:cubicBezTo>
                    <a:pt x="12396" y="5083"/>
                    <a:pt x="11962" y="5508"/>
                    <a:pt x="11272" y="5904"/>
                  </a:cubicBezTo>
                  <a:cubicBezTo>
                    <a:pt x="10652" y="6262"/>
                    <a:pt x="10090" y="6493"/>
                    <a:pt x="9579" y="6597"/>
                  </a:cubicBezTo>
                  <a:cubicBezTo>
                    <a:pt x="9387" y="6636"/>
                    <a:pt x="9209" y="6655"/>
                    <a:pt x="9047" y="6655"/>
                  </a:cubicBezTo>
                  <a:cubicBezTo>
                    <a:pt x="8780" y="6655"/>
                    <a:pt x="8554" y="6602"/>
                    <a:pt x="8369" y="6497"/>
                  </a:cubicBezTo>
                  <a:cubicBezTo>
                    <a:pt x="8193" y="6393"/>
                    <a:pt x="8114" y="6294"/>
                    <a:pt x="8131" y="6194"/>
                  </a:cubicBezTo>
                  <a:cubicBezTo>
                    <a:pt x="8152" y="6094"/>
                    <a:pt x="8273" y="5979"/>
                    <a:pt x="8493" y="5852"/>
                  </a:cubicBezTo>
                  <a:lnTo>
                    <a:pt x="11248" y="4262"/>
                  </a:lnTo>
                  <a:cubicBezTo>
                    <a:pt x="11228" y="4001"/>
                    <a:pt x="11093" y="3724"/>
                    <a:pt x="10851" y="3428"/>
                  </a:cubicBezTo>
                  <a:cubicBezTo>
                    <a:pt x="10614" y="3135"/>
                    <a:pt x="10297" y="2876"/>
                    <a:pt x="9907" y="2653"/>
                  </a:cubicBezTo>
                  <a:cubicBezTo>
                    <a:pt x="9003" y="2128"/>
                    <a:pt x="8052" y="1859"/>
                    <a:pt x="7049" y="1835"/>
                  </a:cubicBezTo>
                  <a:cubicBezTo>
                    <a:pt x="7009" y="1834"/>
                    <a:pt x="6970" y="1834"/>
                    <a:pt x="6930" y="1834"/>
                  </a:cubicBezTo>
                  <a:cubicBezTo>
                    <a:pt x="5971" y="1834"/>
                    <a:pt x="5073" y="2076"/>
                    <a:pt x="4235" y="2559"/>
                  </a:cubicBezTo>
                  <a:cubicBezTo>
                    <a:pt x="3532" y="2966"/>
                    <a:pt x="3193" y="3401"/>
                    <a:pt x="3225" y="3869"/>
                  </a:cubicBezTo>
                  <a:cubicBezTo>
                    <a:pt x="3255" y="4338"/>
                    <a:pt x="3621" y="4779"/>
                    <a:pt x="4328" y="5197"/>
                  </a:cubicBezTo>
                  <a:cubicBezTo>
                    <a:pt x="4742" y="5435"/>
                    <a:pt x="5187" y="5607"/>
                    <a:pt x="5669" y="5715"/>
                  </a:cubicBezTo>
                  <a:cubicBezTo>
                    <a:pt x="6024" y="5790"/>
                    <a:pt x="6382" y="5829"/>
                    <a:pt x="6744" y="5829"/>
                  </a:cubicBezTo>
                  <a:cubicBezTo>
                    <a:pt x="6875" y="5829"/>
                    <a:pt x="7006" y="5824"/>
                    <a:pt x="7138" y="5814"/>
                  </a:cubicBezTo>
                  <a:lnTo>
                    <a:pt x="7138" y="5814"/>
                  </a:lnTo>
                  <a:cubicBezTo>
                    <a:pt x="6949" y="6004"/>
                    <a:pt x="6872" y="6204"/>
                    <a:pt x="6914" y="6414"/>
                  </a:cubicBezTo>
                  <a:cubicBezTo>
                    <a:pt x="6959" y="6621"/>
                    <a:pt x="7135" y="6818"/>
                    <a:pt x="7448" y="7000"/>
                  </a:cubicBezTo>
                  <a:cubicBezTo>
                    <a:pt x="8004" y="7319"/>
                    <a:pt x="8648" y="7478"/>
                    <a:pt x="9383" y="7478"/>
                  </a:cubicBezTo>
                  <a:cubicBezTo>
                    <a:pt x="9500" y="7478"/>
                    <a:pt x="9620" y="7474"/>
                    <a:pt x="9742" y="7466"/>
                  </a:cubicBezTo>
                  <a:cubicBezTo>
                    <a:pt x="10624" y="7407"/>
                    <a:pt x="11521" y="7114"/>
                    <a:pt x="12431" y="6587"/>
                  </a:cubicBezTo>
                  <a:cubicBezTo>
                    <a:pt x="13289" y="6094"/>
                    <a:pt x="13851" y="5562"/>
                    <a:pt x="14120" y="4990"/>
                  </a:cubicBezTo>
                  <a:cubicBezTo>
                    <a:pt x="14386" y="4421"/>
                    <a:pt x="14344" y="3835"/>
                    <a:pt x="13986" y="3239"/>
                  </a:cubicBezTo>
                  <a:cubicBezTo>
                    <a:pt x="13631" y="2639"/>
                    <a:pt x="12961" y="2056"/>
                    <a:pt x="11982" y="1490"/>
                  </a:cubicBezTo>
                  <a:cubicBezTo>
                    <a:pt x="10934" y="887"/>
                    <a:pt x="9848" y="463"/>
                    <a:pt x="8724" y="218"/>
                  </a:cubicBezTo>
                  <a:cubicBezTo>
                    <a:pt x="8053" y="74"/>
                    <a:pt x="7379" y="1"/>
                    <a:pt x="67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3222275" y="2581775"/>
              <a:ext cx="31475" cy="16525"/>
            </a:xfrm>
            <a:custGeom>
              <a:rect b="b" l="l" r="r" t="t"/>
              <a:pathLst>
                <a:path extrusionOk="0" h="661" w="1259">
                  <a:moveTo>
                    <a:pt x="630" y="0"/>
                  </a:moveTo>
                  <a:cubicBezTo>
                    <a:pt x="483" y="0"/>
                    <a:pt x="337" y="32"/>
                    <a:pt x="225" y="96"/>
                  </a:cubicBezTo>
                  <a:cubicBezTo>
                    <a:pt x="0" y="224"/>
                    <a:pt x="0" y="434"/>
                    <a:pt x="225" y="565"/>
                  </a:cubicBezTo>
                  <a:cubicBezTo>
                    <a:pt x="337" y="629"/>
                    <a:pt x="483" y="660"/>
                    <a:pt x="630" y="660"/>
                  </a:cubicBezTo>
                  <a:cubicBezTo>
                    <a:pt x="776" y="660"/>
                    <a:pt x="923" y="629"/>
                    <a:pt x="1035" y="565"/>
                  </a:cubicBezTo>
                  <a:cubicBezTo>
                    <a:pt x="1259" y="434"/>
                    <a:pt x="1259" y="224"/>
                    <a:pt x="1035" y="96"/>
                  </a:cubicBezTo>
                  <a:cubicBezTo>
                    <a:pt x="923" y="32"/>
                    <a:pt x="776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3249075" y="2659400"/>
              <a:ext cx="62875" cy="33075"/>
            </a:xfrm>
            <a:custGeom>
              <a:rect b="b" l="l" r="r" t="t"/>
              <a:pathLst>
                <a:path extrusionOk="0" h="1323" w="2515">
                  <a:moveTo>
                    <a:pt x="1257" y="0"/>
                  </a:moveTo>
                  <a:cubicBezTo>
                    <a:pt x="964" y="0"/>
                    <a:pt x="671" y="65"/>
                    <a:pt x="449" y="194"/>
                  </a:cubicBezTo>
                  <a:cubicBezTo>
                    <a:pt x="1" y="453"/>
                    <a:pt x="1" y="873"/>
                    <a:pt x="449" y="1128"/>
                  </a:cubicBezTo>
                  <a:cubicBezTo>
                    <a:pt x="671" y="1258"/>
                    <a:pt x="964" y="1323"/>
                    <a:pt x="1257" y="1323"/>
                  </a:cubicBezTo>
                  <a:cubicBezTo>
                    <a:pt x="1550" y="1323"/>
                    <a:pt x="1844" y="1258"/>
                    <a:pt x="2066" y="1128"/>
                  </a:cubicBezTo>
                  <a:cubicBezTo>
                    <a:pt x="2515" y="873"/>
                    <a:pt x="2515" y="453"/>
                    <a:pt x="2066" y="194"/>
                  </a:cubicBezTo>
                  <a:cubicBezTo>
                    <a:pt x="1844" y="65"/>
                    <a:pt x="1550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3062300" y="2550400"/>
              <a:ext cx="176900" cy="99650"/>
            </a:xfrm>
            <a:custGeom>
              <a:rect b="b" l="l" r="r" t="t"/>
              <a:pathLst>
                <a:path extrusionOk="0" h="3986" w="7076">
                  <a:moveTo>
                    <a:pt x="823" y="0"/>
                  </a:moveTo>
                  <a:cubicBezTo>
                    <a:pt x="630" y="0"/>
                    <a:pt x="442" y="41"/>
                    <a:pt x="300" y="123"/>
                  </a:cubicBezTo>
                  <a:cubicBezTo>
                    <a:pt x="0" y="296"/>
                    <a:pt x="17" y="582"/>
                    <a:pt x="334" y="768"/>
                  </a:cubicBezTo>
                  <a:lnTo>
                    <a:pt x="5662" y="3844"/>
                  </a:lnTo>
                  <a:cubicBezTo>
                    <a:pt x="5826" y="3939"/>
                    <a:pt x="6038" y="3986"/>
                    <a:pt x="6247" y="3986"/>
                  </a:cubicBezTo>
                  <a:cubicBezTo>
                    <a:pt x="6441" y="3986"/>
                    <a:pt x="6632" y="3945"/>
                    <a:pt x="6775" y="3861"/>
                  </a:cubicBezTo>
                  <a:cubicBezTo>
                    <a:pt x="7075" y="3693"/>
                    <a:pt x="7058" y="3403"/>
                    <a:pt x="6741" y="3220"/>
                  </a:cubicBezTo>
                  <a:lnTo>
                    <a:pt x="1413" y="144"/>
                  </a:lnTo>
                  <a:cubicBezTo>
                    <a:pt x="1248" y="49"/>
                    <a:pt x="1033" y="0"/>
                    <a:pt x="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1505350" y="934025"/>
              <a:ext cx="1327575" cy="1729850"/>
            </a:xfrm>
            <a:custGeom>
              <a:rect b="b" l="l" r="r" t="t"/>
              <a:pathLst>
                <a:path extrusionOk="0" h="69194" w="53103">
                  <a:moveTo>
                    <a:pt x="50153" y="0"/>
                  </a:moveTo>
                  <a:cubicBezTo>
                    <a:pt x="49811" y="0"/>
                    <a:pt x="49470" y="76"/>
                    <a:pt x="49210" y="228"/>
                  </a:cubicBezTo>
                  <a:lnTo>
                    <a:pt x="945" y="28092"/>
                  </a:lnTo>
                  <a:cubicBezTo>
                    <a:pt x="424" y="28391"/>
                    <a:pt x="0" y="29126"/>
                    <a:pt x="0" y="29726"/>
                  </a:cubicBezTo>
                  <a:lnTo>
                    <a:pt x="4" y="66723"/>
                  </a:lnTo>
                  <a:cubicBezTo>
                    <a:pt x="4" y="67320"/>
                    <a:pt x="427" y="68058"/>
                    <a:pt x="945" y="68354"/>
                  </a:cubicBezTo>
                  <a:lnTo>
                    <a:pt x="2011" y="68972"/>
                  </a:lnTo>
                  <a:cubicBezTo>
                    <a:pt x="2269" y="69120"/>
                    <a:pt x="2610" y="69194"/>
                    <a:pt x="2952" y="69194"/>
                  </a:cubicBezTo>
                  <a:cubicBezTo>
                    <a:pt x="3294" y="69194"/>
                    <a:pt x="3636" y="69120"/>
                    <a:pt x="3896" y="68972"/>
                  </a:cubicBezTo>
                  <a:lnTo>
                    <a:pt x="52158" y="41105"/>
                  </a:lnTo>
                  <a:cubicBezTo>
                    <a:pt x="52679" y="40804"/>
                    <a:pt x="53102" y="40070"/>
                    <a:pt x="53102" y="39470"/>
                  </a:cubicBezTo>
                  <a:lnTo>
                    <a:pt x="53102" y="2472"/>
                  </a:lnTo>
                  <a:cubicBezTo>
                    <a:pt x="53102" y="1872"/>
                    <a:pt x="52682" y="1142"/>
                    <a:pt x="52158" y="842"/>
                  </a:cubicBezTo>
                  <a:lnTo>
                    <a:pt x="51096" y="228"/>
                  </a:lnTo>
                  <a:cubicBezTo>
                    <a:pt x="50835" y="76"/>
                    <a:pt x="50494" y="0"/>
                    <a:pt x="50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1512250" y="949375"/>
              <a:ext cx="1303225" cy="704625"/>
            </a:xfrm>
            <a:custGeom>
              <a:rect b="b" l="l" r="r" t="t"/>
              <a:pathLst>
                <a:path extrusionOk="0" h="28185" w="52129">
                  <a:moveTo>
                    <a:pt x="51493" y="1"/>
                  </a:moveTo>
                  <a:lnTo>
                    <a:pt x="51882" y="228"/>
                  </a:lnTo>
                  <a:cubicBezTo>
                    <a:pt x="51967" y="276"/>
                    <a:pt x="52049" y="334"/>
                    <a:pt x="52128" y="402"/>
                  </a:cubicBezTo>
                  <a:lnTo>
                    <a:pt x="52128" y="402"/>
                  </a:lnTo>
                  <a:cubicBezTo>
                    <a:pt x="52049" y="334"/>
                    <a:pt x="51968" y="276"/>
                    <a:pt x="51886" y="224"/>
                  </a:cubicBezTo>
                  <a:lnTo>
                    <a:pt x="51493" y="1"/>
                  </a:lnTo>
                  <a:close/>
                  <a:moveTo>
                    <a:pt x="417" y="27664"/>
                  </a:moveTo>
                  <a:lnTo>
                    <a:pt x="417" y="27664"/>
                  </a:lnTo>
                  <a:cubicBezTo>
                    <a:pt x="258" y="27806"/>
                    <a:pt x="113" y="27984"/>
                    <a:pt x="0" y="28184"/>
                  </a:cubicBezTo>
                  <a:cubicBezTo>
                    <a:pt x="113" y="27988"/>
                    <a:pt x="258" y="27806"/>
                    <a:pt x="417" y="27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1512250" y="934025"/>
              <a:ext cx="1313775" cy="758500"/>
            </a:xfrm>
            <a:custGeom>
              <a:rect b="b" l="l" r="r" t="t"/>
              <a:pathLst>
                <a:path extrusionOk="0" h="30340" w="52551">
                  <a:moveTo>
                    <a:pt x="49876" y="1"/>
                  </a:moveTo>
                  <a:cubicBezTo>
                    <a:pt x="49723" y="1"/>
                    <a:pt x="49572" y="15"/>
                    <a:pt x="49427" y="45"/>
                  </a:cubicBezTo>
                  <a:cubicBezTo>
                    <a:pt x="49247" y="83"/>
                    <a:pt x="49079" y="145"/>
                    <a:pt x="48934" y="228"/>
                  </a:cubicBezTo>
                  <a:lnTo>
                    <a:pt x="669" y="28092"/>
                  </a:lnTo>
                  <a:cubicBezTo>
                    <a:pt x="583" y="28143"/>
                    <a:pt x="497" y="28205"/>
                    <a:pt x="417" y="28278"/>
                  </a:cubicBezTo>
                  <a:cubicBezTo>
                    <a:pt x="258" y="28419"/>
                    <a:pt x="113" y="28598"/>
                    <a:pt x="0" y="28798"/>
                  </a:cubicBezTo>
                  <a:lnTo>
                    <a:pt x="2679" y="30339"/>
                  </a:lnTo>
                  <a:lnTo>
                    <a:pt x="52551" y="1546"/>
                  </a:lnTo>
                  <a:cubicBezTo>
                    <a:pt x="52438" y="1345"/>
                    <a:pt x="52293" y="1162"/>
                    <a:pt x="52131" y="1018"/>
                  </a:cubicBezTo>
                  <a:cubicBezTo>
                    <a:pt x="52051" y="949"/>
                    <a:pt x="51968" y="890"/>
                    <a:pt x="51882" y="842"/>
                  </a:cubicBezTo>
                  <a:lnTo>
                    <a:pt x="51493" y="615"/>
                  </a:lnTo>
                  <a:lnTo>
                    <a:pt x="50816" y="228"/>
                  </a:lnTo>
                  <a:cubicBezTo>
                    <a:pt x="50658" y="135"/>
                    <a:pt x="50465" y="69"/>
                    <a:pt x="50261" y="35"/>
                  </a:cubicBezTo>
                  <a:cubicBezTo>
                    <a:pt x="50137" y="11"/>
                    <a:pt x="50006" y="1"/>
                    <a:pt x="49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1505350" y="1677175"/>
              <a:ext cx="13475" cy="957175"/>
            </a:xfrm>
            <a:custGeom>
              <a:rect b="b" l="l" r="r" t="t"/>
              <a:pathLst>
                <a:path extrusionOk="0" h="38287" w="539">
                  <a:moveTo>
                    <a:pt x="0" y="0"/>
                  </a:moveTo>
                  <a:lnTo>
                    <a:pt x="0" y="36994"/>
                  </a:lnTo>
                  <a:cubicBezTo>
                    <a:pt x="0" y="37428"/>
                    <a:pt x="221" y="37928"/>
                    <a:pt x="538" y="38286"/>
                  </a:cubicBezTo>
                  <a:cubicBezTo>
                    <a:pt x="221" y="37928"/>
                    <a:pt x="4" y="37425"/>
                    <a:pt x="4" y="36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1505350" y="1653975"/>
              <a:ext cx="92425" cy="1009850"/>
            </a:xfrm>
            <a:custGeom>
              <a:rect b="b" l="l" r="r" t="t"/>
              <a:pathLst>
                <a:path extrusionOk="0" h="40394" w="3697">
                  <a:moveTo>
                    <a:pt x="276" y="0"/>
                  </a:moveTo>
                  <a:cubicBezTo>
                    <a:pt x="107" y="293"/>
                    <a:pt x="0" y="628"/>
                    <a:pt x="0" y="928"/>
                  </a:cubicBezTo>
                  <a:lnTo>
                    <a:pt x="4" y="37925"/>
                  </a:lnTo>
                  <a:cubicBezTo>
                    <a:pt x="4" y="38353"/>
                    <a:pt x="221" y="38856"/>
                    <a:pt x="538" y="39214"/>
                  </a:cubicBezTo>
                  <a:cubicBezTo>
                    <a:pt x="662" y="39353"/>
                    <a:pt x="800" y="39473"/>
                    <a:pt x="945" y="39556"/>
                  </a:cubicBezTo>
                  <a:lnTo>
                    <a:pt x="1987" y="40159"/>
                  </a:lnTo>
                  <a:lnTo>
                    <a:pt x="2011" y="40174"/>
                  </a:lnTo>
                  <a:cubicBezTo>
                    <a:pt x="2090" y="40218"/>
                    <a:pt x="2176" y="40256"/>
                    <a:pt x="2269" y="40287"/>
                  </a:cubicBezTo>
                  <a:cubicBezTo>
                    <a:pt x="2390" y="40328"/>
                    <a:pt x="2517" y="40360"/>
                    <a:pt x="2655" y="40377"/>
                  </a:cubicBezTo>
                  <a:cubicBezTo>
                    <a:pt x="2752" y="40390"/>
                    <a:pt x="2848" y="40394"/>
                    <a:pt x="2948" y="40394"/>
                  </a:cubicBezTo>
                  <a:cubicBezTo>
                    <a:pt x="3100" y="40394"/>
                    <a:pt x="3255" y="40380"/>
                    <a:pt x="3400" y="40349"/>
                  </a:cubicBezTo>
                  <a:cubicBezTo>
                    <a:pt x="3465" y="40336"/>
                    <a:pt x="3527" y="40318"/>
                    <a:pt x="3583" y="40301"/>
                  </a:cubicBezTo>
                  <a:cubicBezTo>
                    <a:pt x="3624" y="40287"/>
                    <a:pt x="3658" y="40274"/>
                    <a:pt x="3696" y="40256"/>
                  </a:cubicBezTo>
                  <a:lnTo>
                    <a:pt x="3696" y="40256"/>
                  </a:lnTo>
                  <a:cubicBezTo>
                    <a:pt x="3613" y="40287"/>
                    <a:pt x="3538" y="40301"/>
                    <a:pt x="3469" y="40301"/>
                  </a:cubicBezTo>
                  <a:cubicBezTo>
                    <a:pt x="3386" y="40301"/>
                    <a:pt x="3311" y="40280"/>
                    <a:pt x="3244" y="40249"/>
                  </a:cubicBezTo>
                  <a:cubicBezTo>
                    <a:pt x="3066" y="40153"/>
                    <a:pt x="2955" y="39938"/>
                    <a:pt x="2955" y="39628"/>
                  </a:cubicBezTo>
                  <a:lnTo>
                    <a:pt x="2955" y="2631"/>
                  </a:lnTo>
                  <a:cubicBezTo>
                    <a:pt x="2955" y="2245"/>
                    <a:pt x="3152" y="1948"/>
                    <a:pt x="3445" y="1828"/>
                  </a:cubicBezTo>
                  <a:lnTo>
                    <a:pt x="2955" y="1541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1579200" y="974975"/>
              <a:ext cx="1253725" cy="1685225"/>
            </a:xfrm>
            <a:custGeom>
              <a:rect b="b" l="l" r="r" t="t"/>
              <a:pathLst>
                <a:path extrusionOk="0" h="67409" w="50149">
                  <a:moveTo>
                    <a:pt x="49925" y="0"/>
                  </a:moveTo>
                  <a:lnTo>
                    <a:pt x="30254" y="30136"/>
                  </a:lnTo>
                  <a:lnTo>
                    <a:pt x="26664" y="35636"/>
                  </a:lnTo>
                  <a:cubicBezTo>
                    <a:pt x="25978" y="36687"/>
                    <a:pt x="24820" y="37284"/>
                    <a:pt x="23620" y="37284"/>
                  </a:cubicBezTo>
                  <a:cubicBezTo>
                    <a:pt x="23196" y="37284"/>
                    <a:pt x="22768" y="37208"/>
                    <a:pt x="22351" y="37053"/>
                  </a:cubicBezTo>
                  <a:lnTo>
                    <a:pt x="1" y="28701"/>
                  </a:lnTo>
                  <a:lnTo>
                    <a:pt x="19134" y="37150"/>
                  </a:lnTo>
                  <a:lnTo>
                    <a:pt x="1" y="66172"/>
                  </a:lnTo>
                  <a:lnTo>
                    <a:pt x="1" y="66788"/>
                  </a:lnTo>
                  <a:cubicBezTo>
                    <a:pt x="1" y="67098"/>
                    <a:pt x="112" y="67313"/>
                    <a:pt x="290" y="67409"/>
                  </a:cubicBezTo>
                  <a:lnTo>
                    <a:pt x="19227" y="37188"/>
                  </a:lnTo>
                  <a:lnTo>
                    <a:pt x="22196" y="38501"/>
                  </a:lnTo>
                  <a:cubicBezTo>
                    <a:pt x="22671" y="38711"/>
                    <a:pt x="23168" y="38811"/>
                    <a:pt x="23661" y="38811"/>
                  </a:cubicBezTo>
                  <a:cubicBezTo>
                    <a:pt x="24882" y="38811"/>
                    <a:pt x="26061" y="38194"/>
                    <a:pt x="26744" y="37101"/>
                  </a:cubicBezTo>
                  <a:lnTo>
                    <a:pt x="30916" y="30429"/>
                  </a:lnTo>
                  <a:lnTo>
                    <a:pt x="49856" y="38791"/>
                  </a:lnTo>
                  <a:cubicBezTo>
                    <a:pt x="50032" y="38491"/>
                    <a:pt x="50145" y="38152"/>
                    <a:pt x="50148" y="37850"/>
                  </a:cubicBezTo>
                  <a:lnTo>
                    <a:pt x="30967" y="30343"/>
                  </a:lnTo>
                  <a:lnTo>
                    <a:pt x="49925" y="4"/>
                  </a:lnTo>
                  <a:lnTo>
                    <a:pt x="49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1289050" y="1415600"/>
              <a:ext cx="428375" cy="552500"/>
            </a:xfrm>
            <a:custGeom>
              <a:rect b="b" l="l" r="r" t="t"/>
              <a:pathLst>
                <a:path extrusionOk="0" h="22100" w="17135">
                  <a:moveTo>
                    <a:pt x="11718" y="1"/>
                  </a:moveTo>
                  <a:cubicBezTo>
                    <a:pt x="10631" y="1"/>
                    <a:pt x="9404" y="355"/>
                    <a:pt x="8104" y="1105"/>
                  </a:cubicBezTo>
                  <a:cubicBezTo>
                    <a:pt x="3632" y="3687"/>
                    <a:pt x="1" y="9973"/>
                    <a:pt x="1" y="15139"/>
                  </a:cubicBezTo>
                  <a:cubicBezTo>
                    <a:pt x="1" y="17721"/>
                    <a:pt x="908" y="19531"/>
                    <a:pt x="2367" y="20379"/>
                  </a:cubicBezTo>
                  <a:lnTo>
                    <a:pt x="2367" y="20383"/>
                  </a:lnTo>
                  <a:lnTo>
                    <a:pt x="2373" y="20386"/>
                  </a:lnTo>
                  <a:lnTo>
                    <a:pt x="2377" y="20386"/>
                  </a:lnTo>
                  <a:lnTo>
                    <a:pt x="5376" y="22100"/>
                  </a:lnTo>
                  <a:lnTo>
                    <a:pt x="6094" y="20900"/>
                  </a:lnTo>
                  <a:cubicBezTo>
                    <a:pt x="6835" y="20731"/>
                    <a:pt x="7604" y="20465"/>
                    <a:pt x="8417" y="19997"/>
                  </a:cubicBezTo>
                  <a:cubicBezTo>
                    <a:pt x="12894" y="17411"/>
                    <a:pt x="16521" y="11128"/>
                    <a:pt x="16521" y="5960"/>
                  </a:cubicBezTo>
                  <a:cubicBezTo>
                    <a:pt x="16521" y="5194"/>
                    <a:pt x="16417" y="4518"/>
                    <a:pt x="16269" y="3891"/>
                  </a:cubicBezTo>
                  <a:lnTo>
                    <a:pt x="17135" y="2439"/>
                  </a:lnTo>
                  <a:lnTo>
                    <a:pt x="13838" y="536"/>
                  </a:lnTo>
                  <a:lnTo>
                    <a:pt x="13834" y="536"/>
                  </a:lnTo>
                  <a:lnTo>
                    <a:pt x="13804" y="519"/>
                  </a:lnTo>
                  <a:lnTo>
                    <a:pt x="13800" y="522"/>
                  </a:lnTo>
                  <a:cubicBezTo>
                    <a:pt x="13193" y="180"/>
                    <a:pt x="12491" y="1"/>
                    <a:pt x="117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1367425" y="1460475"/>
              <a:ext cx="405150" cy="523200"/>
            </a:xfrm>
            <a:custGeom>
              <a:rect b="b" l="l" r="r" t="t"/>
              <a:pathLst>
                <a:path extrusionOk="0" h="20928" w="16206">
                  <a:moveTo>
                    <a:pt x="11722" y="0"/>
                  </a:moveTo>
                  <a:cubicBezTo>
                    <a:pt x="10633" y="0"/>
                    <a:pt x="9404" y="356"/>
                    <a:pt x="8103" y="1106"/>
                  </a:cubicBezTo>
                  <a:cubicBezTo>
                    <a:pt x="3627" y="3689"/>
                    <a:pt x="0" y="9975"/>
                    <a:pt x="0" y="15144"/>
                  </a:cubicBezTo>
                  <a:cubicBezTo>
                    <a:pt x="0" y="18808"/>
                    <a:pt x="1826" y="20928"/>
                    <a:pt x="4486" y="20928"/>
                  </a:cubicBezTo>
                  <a:cubicBezTo>
                    <a:pt x="5575" y="20928"/>
                    <a:pt x="6803" y="20573"/>
                    <a:pt x="8103" y="19822"/>
                  </a:cubicBezTo>
                  <a:cubicBezTo>
                    <a:pt x="12579" y="17236"/>
                    <a:pt x="16206" y="10954"/>
                    <a:pt x="16206" y="5785"/>
                  </a:cubicBezTo>
                  <a:cubicBezTo>
                    <a:pt x="16206" y="2119"/>
                    <a:pt x="14380" y="0"/>
                    <a:pt x="117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1505175" y="1605675"/>
              <a:ext cx="106050" cy="248100"/>
            </a:xfrm>
            <a:custGeom>
              <a:rect b="b" l="l" r="r" t="t"/>
              <a:pathLst>
                <a:path extrusionOk="0" h="9924" w="4242">
                  <a:moveTo>
                    <a:pt x="4065" y="1"/>
                  </a:moveTo>
                  <a:cubicBezTo>
                    <a:pt x="4024" y="1"/>
                    <a:pt x="3979" y="15"/>
                    <a:pt x="3931" y="43"/>
                  </a:cubicBezTo>
                  <a:lnTo>
                    <a:pt x="3035" y="560"/>
                  </a:lnTo>
                  <a:cubicBezTo>
                    <a:pt x="2955" y="605"/>
                    <a:pt x="2886" y="670"/>
                    <a:pt x="2821" y="757"/>
                  </a:cubicBezTo>
                  <a:cubicBezTo>
                    <a:pt x="2755" y="843"/>
                    <a:pt x="2693" y="929"/>
                    <a:pt x="2631" y="1019"/>
                  </a:cubicBezTo>
                  <a:lnTo>
                    <a:pt x="132" y="4732"/>
                  </a:lnTo>
                  <a:cubicBezTo>
                    <a:pt x="62" y="4835"/>
                    <a:pt x="24" y="4936"/>
                    <a:pt x="11" y="5042"/>
                  </a:cubicBezTo>
                  <a:cubicBezTo>
                    <a:pt x="0" y="5146"/>
                    <a:pt x="21" y="5222"/>
                    <a:pt x="76" y="5270"/>
                  </a:cubicBezTo>
                  <a:lnTo>
                    <a:pt x="617" y="5742"/>
                  </a:lnTo>
                  <a:cubicBezTo>
                    <a:pt x="651" y="5768"/>
                    <a:pt x="689" y="5780"/>
                    <a:pt x="729" y="5780"/>
                  </a:cubicBezTo>
                  <a:cubicBezTo>
                    <a:pt x="760" y="5780"/>
                    <a:pt x="793" y="5773"/>
                    <a:pt x="828" y="5760"/>
                  </a:cubicBezTo>
                  <a:cubicBezTo>
                    <a:pt x="910" y="5725"/>
                    <a:pt x="983" y="5660"/>
                    <a:pt x="1055" y="5556"/>
                  </a:cubicBezTo>
                  <a:lnTo>
                    <a:pt x="2686" y="3139"/>
                  </a:lnTo>
                  <a:lnTo>
                    <a:pt x="2686" y="9700"/>
                  </a:lnTo>
                  <a:cubicBezTo>
                    <a:pt x="2686" y="9801"/>
                    <a:pt x="2718" y="9866"/>
                    <a:pt x="2780" y="9901"/>
                  </a:cubicBezTo>
                  <a:cubicBezTo>
                    <a:pt x="2806" y="9916"/>
                    <a:pt x="2835" y="9924"/>
                    <a:pt x="2866" y="9924"/>
                  </a:cubicBezTo>
                  <a:cubicBezTo>
                    <a:pt x="2906" y="9924"/>
                    <a:pt x="2951" y="9910"/>
                    <a:pt x="3000" y="9880"/>
                  </a:cubicBezTo>
                  <a:lnTo>
                    <a:pt x="3931" y="9342"/>
                  </a:lnTo>
                  <a:cubicBezTo>
                    <a:pt x="4013" y="9294"/>
                    <a:pt x="4086" y="9218"/>
                    <a:pt x="4148" y="9111"/>
                  </a:cubicBezTo>
                  <a:cubicBezTo>
                    <a:pt x="4210" y="9005"/>
                    <a:pt x="4241" y="8904"/>
                    <a:pt x="4241" y="8804"/>
                  </a:cubicBezTo>
                  <a:lnTo>
                    <a:pt x="4241" y="222"/>
                  </a:lnTo>
                  <a:cubicBezTo>
                    <a:pt x="4241" y="122"/>
                    <a:pt x="4210" y="56"/>
                    <a:pt x="4148" y="23"/>
                  </a:cubicBezTo>
                  <a:cubicBezTo>
                    <a:pt x="4122" y="8"/>
                    <a:pt x="4095" y="1"/>
                    <a:pt x="40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3375350" y="2427000"/>
              <a:ext cx="174425" cy="100475"/>
            </a:xfrm>
            <a:custGeom>
              <a:rect b="b" l="l" r="r" t="t"/>
              <a:pathLst>
                <a:path extrusionOk="0" h="4019" w="6977">
                  <a:moveTo>
                    <a:pt x="3485" y="0"/>
                  </a:moveTo>
                  <a:cubicBezTo>
                    <a:pt x="2595" y="0"/>
                    <a:pt x="1704" y="196"/>
                    <a:pt x="1025" y="587"/>
                  </a:cubicBezTo>
                  <a:cubicBezTo>
                    <a:pt x="591" y="839"/>
                    <a:pt x="298" y="1139"/>
                    <a:pt x="139" y="1456"/>
                  </a:cubicBezTo>
                  <a:lnTo>
                    <a:pt x="4" y="1456"/>
                  </a:lnTo>
                  <a:lnTo>
                    <a:pt x="4" y="2001"/>
                  </a:lnTo>
                  <a:cubicBezTo>
                    <a:pt x="1" y="2518"/>
                    <a:pt x="343" y="3035"/>
                    <a:pt x="1025" y="3432"/>
                  </a:cubicBezTo>
                  <a:cubicBezTo>
                    <a:pt x="1704" y="3823"/>
                    <a:pt x="2595" y="4019"/>
                    <a:pt x="3485" y="4019"/>
                  </a:cubicBezTo>
                  <a:cubicBezTo>
                    <a:pt x="4376" y="4019"/>
                    <a:pt x="5266" y="3823"/>
                    <a:pt x="5946" y="3432"/>
                  </a:cubicBezTo>
                  <a:cubicBezTo>
                    <a:pt x="6638" y="3032"/>
                    <a:pt x="6976" y="2508"/>
                    <a:pt x="6966" y="1984"/>
                  </a:cubicBezTo>
                  <a:lnTo>
                    <a:pt x="6966" y="1456"/>
                  </a:lnTo>
                  <a:lnTo>
                    <a:pt x="6831" y="1456"/>
                  </a:lnTo>
                  <a:cubicBezTo>
                    <a:pt x="6673" y="1139"/>
                    <a:pt x="6380" y="839"/>
                    <a:pt x="5946" y="587"/>
                  </a:cubicBezTo>
                  <a:cubicBezTo>
                    <a:pt x="5266" y="196"/>
                    <a:pt x="4376" y="0"/>
                    <a:pt x="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3366925" y="2413125"/>
              <a:ext cx="191125" cy="100550"/>
            </a:xfrm>
            <a:custGeom>
              <a:rect b="b" l="l" r="r" t="t"/>
              <a:pathLst>
                <a:path extrusionOk="0" h="4022" w="7645">
                  <a:moveTo>
                    <a:pt x="3822" y="1"/>
                  </a:moveTo>
                  <a:cubicBezTo>
                    <a:pt x="2932" y="1"/>
                    <a:pt x="2041" y="197"/>
                    <a:pt x="1362" y="591"/>
                  </a:cubicBezTo>
                  <a:cubicBezTo>
                    <a:pt x="0" y="1377"/>
                    <a:pt x="0" y="2649"/>
                    <a:pt x="1362" y="3432"/>
                  </a:cubicBezTo>
                  <a:cubicBezTo>
                    <a:pt x="2041" y="3825"/>
                    <a:pt x="2932" y="4022"/>
                    <a:pt x="3822" y="4022"/>
                  </a:cubicBezTo>
                  <a:cubicBezTo>
                    <a:pt x="4713" y="4022"/>
                    <a:pt x="5603" y="3825"/>
                    <a:pt x="6283" y="3432"/>
                  </a:cubicBezTo>
                  <a:cubicBezTo>
                    <a:pt x="7644" y="2649"/>
                    <a:pt x="7644" y="1373"/>
                    <a:pt x="6283" y="591"/>
                  </a:cubicBezTo>
                  <a:cubicBezTo>
                    <a:pt x="5603" y="197"/>
                    <a:pt x="4713" y="1"/>
                    <a:pt x="3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3440100" y="1940500"/>
              <a:ext cx="44850" cy="529925"/>
            </a:xfrm>
            <a:custGeom>
              <a:rect b="b" l="l" r="r" t="t"/>
              <a:pathLst>
                <a:path extrusionOk="0" h="21197" w="1794">
                  <a:moveTo>
                    <a:pt x="0" y="1"/>
                  </a:moveTo>
                  <a:lnTo>
                    <a:pt x="0" y="20678"/>
                  </a:lnTo>
                  <a:cubicBezTo>
                    <a:pt x="0" y="20810"/>
                    <a:pt x="87" y="20944"/>
                    <a:pt x="263" y="21044"/>
                  </a:cubicBezTo>
                  <a:cubicBezTo>
                    <a:pt x="437" y="21146"/>
                    <a:pt x="666" y="21197"/>
                    <a:pt x="895" y="21197"/>
                  </a:cubicBezTo>
                  <a:cubicBezTo>
                    <a:pt x="1124" y="21197"/>
                    <a:pt x="1354" y="21146"/>
                    <a:pt x="1528" y="21044"/>
                  </a:cubicBezTo>
                  <a:cubicBezTo>
                    <a:pt x="1704" y="20944"/>
                    <a:pt x="1790" y="20810"/>
                    <a:pt x="1790" y="20678"/>
                  </a:cubicBezTo>
                  <a:lnTo>
                    <a:pt x="17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440100" y="1997050"/>
              <a:ext cx="44850" cy="42000"/>
            </a:xfrm>
            <a:custGeom>
              <a:rect b="b" l="l" r="r" t="t"/>
              <a:pathLst>
                <a:path extrusionOk="0" h="1680" w="1794">
                  <a:moveTo>
                    <a:pt x="0" y="0"/>
                  </a:moveTo>
                  <a:lnTo>
                    <a:pt x="0" y="649"/>
                  </a:lnTo>
                  <a:lnTo>
                    <a:pt x="1790" y="1679"/>
                  </a:lnTo>
                  <a:lnTo>
                    <a:pt x="1793" y="1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3278925" y="1620900"/>
              <a:ext cx="447200" cy="458750"/>
            </a:xfrm>
            <a:custGeom>
              <a:rect b="b" l="l" r="r" t="t"/>
              <a:pathLst>
                <a:path extrusionOk="0" h="18350" w="17888">
                  <a:moveTo>
                    <a:pt x="4734" y="0"/>
                  </a:moveTo>
                  <a:cubicBezTo>
                    <a:pt x="4308" y="0"/>
                    <a:pt x="3833" y="137"/>
                    <a:pt x="3331" y="427"/>
                  </a:cubicBezTo>
                  <a:cubicBezTo>
                    <a:pt x="1493" y="1489"/>
                    <a:pt x="0" y="4182"/>
                    <a:pt x="0" y="6448"/>
                  </a:cubicBezTo>
                  <a:lnTo>
                    <a:pt x="0" y="10978"/>
                  </a:lnTo>
                  <a:cubicBezTo>
                    <a:pt x="0" y="11164"/>
                    <a:pt x="134" y="11395"/>
                    <a:pt x="296" y="11488"/>
                  </a:cubicBezTo>
                  <a:lnTo>
                    <a:pt x="12040" y="18277"/>
                  </a:lnTo>
                  <a:cubicBezTo>
                    <a:pt x="12123" y="18326"/>
                    <a:pt x="12230" y="18350"/>
                    <a:pt x="12337" y="18350"/>
                  </a:cubicBezTo>
                  <a:cubicBezTo>
                    <a:pt x="12354" y="18350"/>
                    <a:pt x="12371" y="18350"/>
                    <a:pt x="12389" y="18346"/>
                  </a:cubicBezTo>
                  <a:lnTo>
                    <a:pt x="12678" y="17764"/>
                  </a:lnTo>
                  <a:lnTo>
                    <a:pt x="15316" y="12478"/>
                  </a:lnTo>
                  <a:lnTo>
                    <a:pt x="16095" y="10916"/>
                  </a:lnTo>
                  <a:lnTo>
                    <a:pt x="17733" y="7627"/>
                  </a:lnTo>
                  <a:lnTo>
                    <a:pt x="17888" y="7320"/>
                  </a:lnTo>
                  <a:lnTo>
                    <a:pt x="5589" y="210"/>
                  </a:lnTo>
                  <a:lnTo>
                    <a:pt x="5586" y="216"/>
                  </a:lnTo>
                  <a:cubicBezTo>
                    <a:pt x="5334" y="74"/>
                    <a:pt x="5047" y="0"/>
                    <a:pt x="47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3584500" y="1809825"/>
              <a:ext cx="101200" cy="269825"/>
            </a:xfrm>
            <a:custGeom>
              <a:rect b="b" l="l" r="r" t="t"/>
              <a:pathLst>
                <a:path extrusionOk="0" h="10793" w="4048">
                  <a:moveTo>
                    <a:pt x="3444" y="0"/>
                  </a:moveTo>
                  <a:cubicBezTo>
                    <a:pt x="2703" y="277"/>
                    <a:pt x="0" y="2507"/>
                    <a:pt x="0" y="6020"/>
                  </a:cubicBezTo>
                  <a:cubicBezTo>
                    <a:pt x="0" y="8972"/>
                    <a:pt x="4" y="10506"/>
                    <a:pt x="7" y="10782"/>
                  </a:cubicBezTo>
                  <a:cubicBezTo>
                    <a:pt x="42" y="10789"/>
                    <a:pt x="79" y="10793"/>
                    <a:pt x="114" y="10793"/>
                  </a:cubicBezTo>
                  <a:cubicBezTo>
                    <a:pt x="131" y="10793"/>
                    <a:pt x="148" y="10793"/>
                    <a:pt x="166" y="10789"/>
                  </a:cubicBezTo>
                  <a:lnTo>
                    <a:pt x="455" y="10207"/>
                  </a:lnTo>
                  <a:lnTo>
                    <a:pt x="3093" y="4921"/>
                  </a:lnTo>
                  <a:lnTo>
                    <a:pt x="3872" y="3359"/>
                  </a:lnTo>
                  <a:lnTo>
                    <a:pt x="4048" y="3000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3587325" y="1897500"/>
              <a:ext cx="163625" cy="182150"/>
            </a:xfrm>
            <a:custGeom>
              <a:rect b="b" l="l" r="r" t="t"/>
              <a:pathLst>
                <a:path extrusionOk="0" h="7286" w="6545">
                  <a:moveTo>
                    <a:pt x="529" y="0"/>
                  </a:moveTo>
                  <a:cubicBezTo>
                    <a:pt x="198" y="831"/>
                    <a:pt x="1" y="1700"/>
                    <a:pt x="1" y="2513"/>
                  </a:cubicBezTo>
                  <a:lnTo>
                    <a:pt x="1" y="7286"/>
                  </a:lnTo>
                  <a:cubicBezTo>
                    <a:pt x="18" y="7286"/>
                    <a:pt x="35" y="7286"/>
                    <a:pt x="53" y="7282"/>
                  </a:cubicBezTo>
                  <a:cubicBezTo>
                    <a:pt x="142" y="7275"/>
                    <a:pt x="228" y="7254"/>
                    <a:pt x="297" y="7213"/>
                  </a:cubicBezTo>
                  <a:lnTo>
                    <a:pt x="6363" y="3710"/>
                  </a:lnTo>
                  <a:cubicBezTo>
                    <a:pt x="6373" y="3707"/>
                    <a:pt x="6383" y="3700"/>
                    <a:pt x="6393" y="3693"/>
                  </a:cubicBezTo>
                  <a:cubicBezTo>
                    <a:pt x="6452" y="3655"/>
                    <a:pt x="6493" y="3613"/>
                    <a:pt x="6517" y="3576"/>
                  </a:cubicBezTo>
                  <a:lnTo>
                    <a:pt x="6517" y="3572"/>
                  </a:lnTo>
                  <a:cubicBezTo>
                    <a:pt x="6545" y="3521"/>
                    <a:pt x="6538" y="3473"/>
                    <a:pt x="6490" y="3441"/>
                  </a:cubicBezTo>
                  <a:cubicBezTo>
                    <a:pt x="6393" y="3386"/>
                    <a:pt x="6317" y="3344"/>
                    <a:pt x="6317" y="3344"/>
                  </a:cubicBezTo>
                  <a:lnTo>
                    <a:pt x="2980" y="1414"/>
                  </a:lnTo>
                  <a:lnTo>
                    <a:pt x="828" y="17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3587325" y="1799100"/>
              <a:ext cx="166475" cy="280550"/>
            </a:xfrm>
            <a:custGeom>
              <a:rect b="b" l="l" r="r" t="t"/>
              <a:pathLst>
                <a:path extrusionOk="0" h="11222" w="6659">
                  <a:moveTo>
                    <a:pt x="4745" y="343"/>
                  </a:moveTo>
                  <a:cubicBezTo>
                    <a:pt x="4986" y="343"/>
                    <a:pt x="5204" y="395"/>
                    <a:pt x="5397" y="499"/>
                  </a:cubicBezTo>
                  <a:cubicBezTo>
                    <a:pt x="5980" y="809"/>
                    <a:pt x="6317" y="1557"/>
                    <a:pt x="6317" y="2605"/>
                  </a:cubicBezTo>
                  <a:lnTo>
                    <a:pt x="6317" y="7177"/>
                  </a:lnTo>
                  <a:cubicBezTo>
                    <a:pt x="6317" y="7232"/>
                    <a:pt x="6280" y="7301"/>
                    <a:pt x="6228" y="7329"/>
                  </a:cubicBezTo>
                  <a:lnTo>
                    <a:pt x="432" y="10677"/>
                  </a:lnTo>
                  <a:cubicBezTo>
                    <a:pt x="418" y="10685"/>
                    <a:pt x="404" y="10689"/>
                    <a:pt x="392" y="10689"/>
                  </a:cubicBezTo>
                  <a:cubicBezTo>
                    <a:pt x="363" y="10689"/>
                    <a:pt x="342" y="10667"/>
                    <a:pt x="342" y="10625"/>
                  </a:cubicBezTo>
                  <a:lnTo>
                    <a:pt x="342" y="6449"/>
                  </a:lnTo>
                  <a:cubicBezTo>
                    <a:pt x="342" y="5722"/>
                    <a:pt x="511" y="4912"/>
                    <a:pt x="828" y="4108"/>
                  </a:cubicBezTo>
                  <a:cubicBezTo>
                    <a:pt x="835" y="4094"/>
                    <a:pt x="839" y="4078"/>
                    <a:pt x="846" y="4064"/>
                  </a:cubicBezTo>
                  <a:cubicBezTo>
                    <a:pt x="966" y="3767"/>
                    <a:pt x="1100" y="3478"/>
                    <a:pt x="1249" y="3201"/>
                  </a:cubicBezTo>
                  <a:cubicBezTo>
                    <a:pt x="1839" y="2116"/>
                    <a:pt x="2645" y="1219"/>
                    <a:pt x="3504" y="726"/>
                  </a:cubicBezTo>
                  <a:cubicBezTo>
                    <a:pt x="3945" y="471"/>
                    <a:pt x="4363" y="343"/>
                    <a:pt x="4745" y="343"/>
                  </a:cubicBezTo>
                  <a:close/>
                  <a:moveTo>
                    <a:pt x="4743" y="1"/>
                  </a:moveTo>
                  <a:cubicBezTo>
                    <a:pt x="4315" y="1"/>
                    <a:pt x="3837" y="138"/>
                    <a:pt x="3331" y="429"/>
                  </a:cubicBezTo>
                  <a:cubicBezTo>
                    <a:pt x="2376" y="981"/>
                    <a:pt x="1511" y="1978"/>
                    <a:pt x="908" y="3122"/>
                  </a:cubicBezTo>
                  <a:cubicBezTo>
                    <a:pt x="766" y="3388"/>
                    <a:pt x="639" y="3660"/>
                    <a:pt x="529" y="3936"/>
                  </a:cubicBezTo>
                  <a:cubicBezTo>
                    <a:pt x="198" y="4767"/>
                    <a:pt x="1" y="5636"/>
                    <a:pt x="1" y="6449"/>
                  </a:cubicBezTo>
                  <a:lnTo>
                    <a:pt x="1" y="11222"/>
                  </a:lnTo>
                  <a:cubicBezTo>
                    <a:pt x="18" y="11222"/>
                    <a:pt x="35" y="11222"/>
                    <a:pt x="53" y="11218"/>
                  </a:cubicBezTo>
                  <a:cubicBezTo>
                    <a:pt x="142" y="11211"/>
                    <a:pt x="228" y="11190"/>
                    <a:pt x="297" y="11149"/>
                  </a:cubicBezTo>
                  <a:lnTo>
                    <a:pt x="6363" y="7646"/>
                  </a:lnTo>
                  <a:cubicBezTo>
                    <a:pt x="6373" y="7643"/>
                    <a:pt x="6383" y="7636"/>
                    <a:pt x="6393" y="7629"/>
                  </a:cubicBezTo>
                  <a:cubicBezTo>
                    <a:pt x="6438" y="7598"/>
                    <a:pt x="6479" y="7557"/>
                    <a:pt x="6517" y="7512"/>
                  </a:cubicBezTo>
                  <a:lnTo>
                    <a:pt x="6517" y="7508"/>
                  </a:lnTo>
                  <a:cubicBezTo>
                    <a:pt x="6603" y="7401"/>
                    <a:pt x="6659" y="7260"/>
                    <a:pt x="6659" y="7135"/>
                  </a:cubicBezTo>
                  <a:lnTo>
                    <a:pt x="6659" y="2605"/>
                  </a:lnTo>
                  <a:cubicBezTo>
                    <a:pt x="6659" y="1395"/>
                    <a:pt x="6231" y="550"/>
                    <a:pt x="5552" y="192"/>
                  </a:cubicBezTo>
                  <a:cubicBezTo>
                    <a:pt x="5311" y="66"/>
                    <a:pt x="5039" y="1"/>
                    <a:pt x="47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3608025" y="1807675"/>
              <a:ext cx="137250" cy="173450"/>
            </a:xfrm>
            <a:custGeom>
              <a:rect b="b" l="l" r="r" t="t"/>
              <a:pathLst>
                <a:path extrusionOk="0" h="6938" w="5490">
                  <a:moveTo>
                    <a:pt x="3917" y="0"/>
                  </a:moveTo>
                  <a:cubicBezTo>
                    <a:pt x="3535" y="0"/>
                    <a:pt x="3117" y="128"/>
                    <a:pt x="2676" y="383"/>
                  </a:cubicBezTo>
                  <a:cubicBezTo>
                    <a:pt x="1600" y="1004"/>
                    <a:pt x="607" y="2249"/>
                    <a:pt x="18" y="3721"/>
                  </a:cubicBezTo>
                  <a:cubicBezTo>
                    <a:pt x="11" y="3735"/>
                    <a:pt x="7" y="3751"/>
                    <a:pt x="0" y="3765"/>
                  </a:cubicBezTo>
                  <a:lnTo>
                    <a:pt x="5489" y="6937"/>
                  </a:lnTo>
                  <a:lnTo>
                    <a:pt x="5489" y="2262"/>
                  </a:lnTo>
                  <a:cubicBezTo>
                    <a:pt x="5489" y="866"/>
                    <a:pt x="4886" y="0"/>
                    <a:pt x="39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3494075" y="1913950"/>
              <a:ext cx="51150" cy="63975"/>
            </a:xfrm>
            <a:custGeom>
              <a:rect b="b" l="l" r="r" t="t"/>
              <a:pathLst>
                <a:path extrusionOk="0" h="2559" w="2046">
                  <a:moveTo>
                    <a:pt x="721" y="0"/>
                  </a:moveTo>
                  <a:cubicBezTo>
                    <a:pt x="634" y="0"/>
                    <a:pt x="555" y="20"/>
                    <a:pt x="486" y="59"/>
                  </a:cubicBezTo>
                  <a:lnTo>
                    <a:pt x="483" y="59"/>
                  </a:lnTo>
                  <a:lnTo>
                    <a:pt x="0" y="339"/>
                  </a:lnTo>
                  <a:lnTo>
                    <a:pt x="96" y="504"/>
                  </a:lnTo>
                  <a:cubicBezTo>
                    <a:pt x="80" y="573"/>
                    <a:pt x="69" y="649"/>
                    <a:pt x="69" y="738"/>
                  </a:cubicBezTo>
                  <a:cubicBezTo>
                    <a:pt x="69" y="1321"/>
                    <a:pt x="479" y="2032"/>
                    <a:pt x="982" y="2321"/>
                  </a:cubicBezTo>
                  <a:cubicBezTo>
                    <a:pt x="1076" y="2376"/>
                    <a:pt x="1162" y="2404"/>
                    <a:pt x="1248" y="2425"/>
                  </a:cubicBezTo>
                  <a:lnTo>
                    <a:pt x="1328" y="2559"/>
                  </a:lnTo>
                  <a:lnTo>
                    <a:pt x="1776" y="2304"/>
                  </a:lnTo>
                  <a:lnTo>
                    <a:pt x="1779" y="2304"/>
                  </a:lnTo>
                  <a:lnTo>
                    <a:pt x="1779" y="2301"/>
                  </a:lnTo>
                  <a:cubicBezTo>
                    <a:pt x="1945" y="2207"/>
                    <a:pt x="2045" y="2000"/>
                    <a:pt x="2045" y="1711"/>
                  </a:cubicBezTo>
                  <a:cubicBezTo>
                    <a:pt x="2045" y="1125"/>
                    <a:pt x="1635" y="418"/>
                    <a:pt x="1131" y="125"/>
                  </a:cubicBezTo>
                  <a:cubicBezTo>
                    <a:pt x="983" y="40"/>
                    <a:pt x="844" y="0"/>
                    <a:pt x="7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3487775" y="1920600"/>
              <a:ext cx="45875" cy="59100"/>
            </a:xfrm>
            <a:custGeom>
              <a:rect b="b" l="l" r="r" t="t"/>
              <a:pathLst>
                <a:path extrusionOk="0" h="2364" w="1835">
                  <a:moveTo>
                    <a:pt x="509" y="0"/>
                  </a:moveTo>
                  <a:cubicBezTo>
                    <a:pt x="207" y="0"/>
                    <a:pt x="1" y="239"/>
                    <a:pt x="1" y="655"/>
                  </a:cubicBezTo>
                  <a:cubicBezTo>
                    <a:pt x="4" y="1238"/>
                    <a:pt x="410" y="1949"/>
                    <a:pt x="918" y="2238"/>
                  </a:cubicBezTo>
                  <a:cubicBezTo>
                    <a:pt x="1065" y="2323"/>
                    <a:pt x="1204" y="2364"/>
                    <a:pt x="1327" y="2364"/>
                  </a:cubicBezTo>
                  <a:cubicBezTo>
                    <a:pt x="1628" y="2364"/>
                    <a:pt x="1834" y="2124"/>
                    <a:pt x="1834" y="1710"/>
                  </a:cubicBezTo>
                  <a:cubicBezTo>
                    <a:pt x="1834" y="1128"/>
                    <a:pt x="1424" y="418"/>
                    <a:pt x="918" y="124"/>
                  </a:cubicBezTo>
                  <a:cubicBezTo>
                    <a:pt x="770" y="40"/>
                    <a:pt x="632" y="0"/>
                    <a:pt x="50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3504050" y="1755500"/>
              <a:ext cx="13325" cy="200975"/>
            </a:xfrm>
            <a:custGeom>
              <a:rect b="b" l="l" r="r" t="t"/>
              <a:pathLst>
                <a:path extrusionOk="0" h="8039" w="533">
                  <a:moveTo>
                    <a:pt x="267" y="1"/>
                  </a:moveTo>
                  <a:cubicBezTo>
                    <a:pt x="118" y="1"/>
                    <a:pt x="1" y="122"/>
                    <a:pt x="1" y="267"/>
                  </a:cubicBezTo>
                  <a:lnTo>
                    <a:pt x="1" y="7773"/>
                  </a:lnTo>
                  <a:cubicBezTo>
                    <a:pt x="1" y="7918"/>
                    <a:pt x="118" y="8039"/>
                    <a:pt x="267" y="8039"/>
                  </a:cubicBezTo>
                  <a:cubicBezTo>
                    <a:pt x="415" y="8039"/>
                    <a:pt x="532" y="7918"/>
                    <a:pt x="532" y="7773"/>
                  </a:cubicBezTo>
                  <a:lnTo>
                    <a:pt x="532" y="267"/>
                  </a:lnTo>
                  <a:cubicBezTo>
                    <a:pt x="532" y="122"/>
                    <a:pt x="415" y="1"/>
                    <a:pt x="2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3437600" y="1742325"/>
              <a:ext cx="66475" cy="94500"/>
            </a:xfrm>
            <a:custGeom>
              <a:rect b="b" l="l" r="r" t="t"/>
              <a:pathLst>
                <a:path extrusionOk="0" h="3780" w="2659">
                  <a:moveTo>
                    <a:pt x="1" y="1"/>
                  </a:moveTo>
                  <a:lnTo>
                    <a:pt x="832" y="1604"/>
                  </a:lnTo>
                  <a:lnTo>
                    <a:pt x="1" y="2245"/>
                  </a:lnTo>
                  <a:lnTo>
                    <a:pt x="2659" y="3779"/>
                  </a:lnTo>
                  <a:lnTo>
                    <a:pt x="2659" y="15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3545200" y="1809900"/>
              <a:ext cx="165425" cy="215575"/>
            </a:xfrm>
            <a:custGeom>
              <a:rect b="b" l="l" r="r" t="t"/>
              <a:pathLst>
                <a:path extrusionOk="0" h="8623" w="6617">
                  <a:moveTo>
                    <a:pt x="369" y="0"/>
                  </a:moveTo>
                  <a:cubicBezTo>
                    <a:pt x="326" y="0"/>
                    <a:pt x="284" y="10"/>
                    <a:pt x="252" y="29"/>
                  </a:cubicBezTo>
                  <a:lnTo>
                    <a:pt x="117" y="104"/>
                  </a:lnTo>
                  <a:cubicBezTo>
                    <a:pt x="51" y="142"/>
                    <a:pt x="0" y="232"/>
                    <a:pt x="0" y="308"/>
                  </a:cubicBezTo>
                  <a:lnTo>
                    <a:pt x="0" y="4918"/>
                  </a:lnTo>
                  <a:cubicBezTo>
                    <a:pt x="0" y="4991"/>
                    <a:pt x="55" y="5083"/>
                    <a:pt x="117" y="5121"/>
                  </a:cubicBezTo>
                  <a:lnTo>
                    <a:pt x="6134" y="8594"/>
                  </a:lnTo>
                  <a:cubicBezTo>
                    <a:pt x="6165" y="8613"/>
                    <a:pt x="6207" y="8622"/>
                    <a:pt x="6249" y="8622"/>
                  </a:cubicBezTo>
                  <a:cubicBezTo>
                    <a:pt x="6292" y="8622"/>
                    <a:pt x="6335" y="8613"/>
                    <a:pt x="6368" y="8594"/>
                  </a:cubicBezTo>
                  <a:lnTo>
                    <a:pt x="6499" y="8517"/>
                  </a:lnTo>
                  <a:cubicBezTo>
                    <a:pt x="6565" y="8479"/>
                    <a:pt x="6616" y="8387"/>
                    <a:pt x="6616" y="8314"/>
                  </a:cubicBezTo>
                  <a:lnTo>
                    <a:pt x="6616" y="3704"/>
                  </a:lnTo>
                  <a:cubicBezTo>
                    <a:pt x="6616" y="3628"/>
                    <a:pt x="6565" y="3535"/>
                    <a:pt x="6499" y="3501"/>
                  </a:cubicBezTo>
                  <a:lnTo>
                    <a:pt x="486" y="29"/>
                  </a:lnTo>
                  <a:cubicBezTo>
                    <a:pt x="453" y="10"/>
                    <a:pt x="411" y="0"/>
                    <a:pt x="3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3546025" y="1809900"/>
              <a:ext cx="163750" cy="94500"/>
            </a:xfrm>
            <a:custGeom>
              <a:rect b="b" l="l" r="r" t="t"/>
              <a:pathLst>
                <a:path extrusionOk="0" h="3780" w="6550">
                  <a:moveTo>
                    <a:pt x="336" y="0"/>
                  </a:moveTo>
                  <a:cubicBezTo>
                    <a:pt x="293" y="0"/>
                    <a:pt x="251" y="10"/>
                    <a:pt x="219" y="29"/>
                  </a:cubicBezTo>
                  <a:lnTo>
                    <a:pt x="84" y="104"/>
                  </a:lnTo>
                  <a:cubicBezTo>
                    <a:pt x="53" y="121"/>
                    <a:pt x="22" y="156"/>
                    <a:pt x="1" y="191"/>
                  </a:cubicBezTo>
                  <a:lnTo>
                    <a:pt x="6218" y="3780"/>
                  </a:lnTo>
                  <a:lnTo>
                    <a:pt x="6549" y="3587"/>
                  </a:lnTo>
                  <a:cubicBezTo>
                    <a:pt x="6528" y="3549"/>
                    <a:pt x="6500" y="3518"/>
                    <a:pt x="6466" y="3501"/>
                  </a:cubicBezTo>
                  <a:lnTo>
                    <a:pt x="453" y="29"/>
                  </a:lnTo>
                  <a:cubicBezTo>
                    <a:pt x="420" y="10"/>
                    <a:pt x="378" y="0"/>
                    <a:pt x="3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3699125" y="1899575"/>
              <a:ext cx="11500" cy="125825"/>
            </a:xfrm>
            <a:custGeom>
              <a:rect b="b" l="l" r="r" t="t"/>
              <a:pathLst>
                <a:path extrusionOk="0" h="5033" w="460">
                  <a:moveTo>
                    <a:pt x="425" y="0"/>
                  </a:moveTo>
                  <a:lnTo>
                    <a:pt x="94" y="193"/>
                  </a:lnTo>
                  <a:lnTo>
                    <a:pt x="32" y="228"/>
                  </a:lnTo>
                  <a:cubicBezTo>
                    <a:pt x="66" y="245"/>
                    <a:pt x="94" y="279"/>
                    <a:pt x="94" y="328"/>
                  </a:cubicBezTo>
                  <a:lnTo>
                    <a:pt x="94" y="4937"/>
                  </a:lnTo>
                  <a:cubicBezTo>
                    <a:pt x="94" y="4978"/>
                    <a:pt x="77" y="5003"/>
                    <a:pt x="56" y="5016"/>
                  </a:cubicBezTo>
                  <a:cubicBezTo>
                    <a:pt x="49" y="5020"/>
                    <a:pt x="40" y="5022"/>
                    <a:pt x="31" y="5022"/>
                  </a:cubicBezTo>
                  <a:cubicBezTo>
                    <a:pt x="21" y="5022"/>
                    <a:pt x="11" y="5020"/>
                    <a:pt x="1" y="5016"/>
                  </a:cubicBezTo>
                  <a:lnTo>
                    <a:pt x="1" y="5016"/>
                  </a:lnTo>
                  <a:cubicBezTo>
                    <a:pt x="4" y="5020"/>
                    <a:pt x="8" y="5020"/>
                    <a:pt x="15" y="5024"/>
                  </a:cubicBezTo>
                  <a:cubicBezTo>
                    <a:pt x="21" y="5024"/>
                    <a:pt x="29" y="5027"/>
                    <a:pt x="35" y="5027"/>
                  </a:cubicBezTo>
                  <a:cubicBezTo>
                    <a:pt x="53" y="5031"/>
                    <a:pt x="72" y="5033"/>
                    <a:pt x="90" y="5033"/>
                  </a:cubicBezTo>
                  <a:cubicBezTo>
                    <a:pt x="103" y="5033"/>
                    <a:pt x="115" y="5032"/>
                    <a:pt x="128" y="5031"/>
                  </a:cubicBezTo>
                  <a:cubicBezTo>
                    <a:pt x="145" y="5031"/>
                    <a:pt x="163" y="5027"/>
                    <a:pt x="177" y="5020"/>
                  </a:cubicBezTo>
                  <a:cubicBezTo>
                    <a:pt x="190" y="5016"/>
                    <a:pt x="201" y="5013"/>
                    <a:pt x="211" y="5007"/>
                  </a:cubicBezTo>
                  <a:lnTo>
                    <a:pt x="342" y="4930"/>
                  </a:lnTo>
                  <a:cubicBezTo>
                    <a:pt x="408" y="4892"/>
                    <a:pt x="459" y="4800"/>
                    <a:pt x="459" y="4727"/>
                  </a:cubicBezTo>
                  <a:lnTo>
                    <a:pt x="459" y="117"/>
                  </a:lnTo>
                  <a:cubicBezTo>
                    <a:pt x="459" y="79"/>
                    <a:pt x="446" y="38"/>
                    <a:pt x="4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3545200" y="1814400"/>
              <a:ext cx="156300" cy="210600"/>
            </a:xfrm>
            <a:custGeom>
              <a:rect b="b" l="l" r="r" t="t"/>
              <a:pathLst>
                <a:path extrusionOk="0" h="8424" w="6252">
                  <a:moveTo>
                    <a:pt x="13" y="0"/>
                  </a:moveTo>
                  <a:lnTo>
                    <a:pt x="2389" y="3803"/>
                  </a:lnTo>
                  <a:lnTo>
                    <a:pt x="0" y="4738"/>
                  </a:lnTo>
                  <a:cubicBezTo>
                    <a:pt x="0" y="4776"/>
                    <a:pt x="13" y="4820"/>
                    <a:pt x="37" y="4855"/>
                  </a:cubicBezTo>
                  <a:lnTo>
                    <a:pt x="2396" y="3813"/>
                  </a:lnTo>
                  <a:lnTo>
                    <a:pt x="2917" y="4645"/>
                  </a:lnTo>
                  <a:cubicBezTo>
                    <a:pt x="3003" y="4782"/>
                    <a:pt x="3150" y="4858"/>
                    <a:pt x="3301" y="4858"/>
                  </a:cubicBezTo>
                  <a:cubicBezTo>
                    <a:pt x="3362" y="4858"/>
                    <a:pt x="3424" y="4846"/>
                    <a:pt x="3482" y="4820"/>
                  </a:cubicBezTo>
                  <a:lnTo>
                    <a:pt x="3855" y="4658"/>
                  </a:lnTo>
                  <a:lnTo>
                    <a:pt x="6213" y="8423"/>
                  </a:lnTo>
                  <a:cubicBezTo>
                    <a:pt x="6234" y="8410"/>
                    <a:pt x="6251" y="8385"/>
                    <a:pt x="6251" y="8344"/>
                  </a:cubicBezTo>
                  <a:lnTo>
                    <a:pt x="6251" y="8269"/>
                  </a:lnTo>
                  <a:lnTo>
                    <a:pt x="3865" y="4652"/>
                  </a:lnTo>
                  <a:lnTo>
                    <a:pt x="6251" y="3600"/>
                  </a:lnTo>
                  <a:lnTo>
                    <a:pt x="3465" y="4641"/>
                  </a:lnTo>
                  <a:cubicBezTo>
                    <a:pt x="3413" y="4660"/>
                    <a:pt x="3360" y="4669"/>
                    <a:pt x="3307" y="4669"/>
                  </a:cubicBezTo>
                  <a:cubicBezTo>
                    <a:pt x="3156" y="4669"/>
                    <a:pt x="3012" y="4595"/>
                    <a:pt x="2927" y="4462"/>
                  </a:cubicBezTo>
                  <a:lnTo>
                    <a:pt x="2478" y="3779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3588450" y="1876425"/>
              <a:ext cx="256900" cy="211125"/>
            </a:xfrm>
            <a:custGeom>
              <a:rect b="b" l="l" r="r" t="t"/>
              <a:pathLst>
                <a:path extrusionOk="0" h="8445" w="10276">
                  <a:moveTo>
                    <a:pt x="9671" y="1"/>
                  </a:moveTo>
                  <a:cubicBezTo>
                    <a:pt x="9407" y="1"/>
                    <a:pt x="8926" y="188"/>
                    <a:pt x="8242" y="584"/>
                  </a:cubicBezTo>
                  <a:cubicBezTo>
                    <a:pt x="6404" y="1647"/>
                    <a:pt x="3804" y="3788"/>
                    <a:pt x="2435" y="5371"/>
                  </a:cubicBezTo>
                  <a:cubicBezTo>
                    <a:pt x="2111" y="5746"/>
                    <a:pt x="1797" y="6105"/>
                    <a:pt x="1511" y="6432"/>
                  </a:cubicBezTo>
                  <a:lnTo>
                    <a:pt x="1507" y="6436"/>
                  </a:lnTo>
                  <a:lnTo>
                    <a:pt x="56" y="8115"/>
                  </a:lnTo>
                  <a:cubicBezTo>
                    <a:pt x="56" y="8115"/>
                    <a:pt x="56" y="8118"/>
                    <a:pt x="53" y="8118"/>
                  </a:cubicBezTo>
                  <a:cubicBezTo>
                    <a:pt x="0" y="8177"/>
                    <a:pt x="18" y="8260"/>
                    <a:pt x="83" y="8304"/>
                  </a:cubicBezTo>
                  <a:cubicBezTo>
                    <a:pt x="83" y="8308"/>
                    <a:pt x="86" y="8308"/>
                    <a:pt x="86" y="8308"/>
                  </a:cubicBezTo>
                  <a:lnTo>
                    <a:pt x="273" y="8415"/>
                  </a:lnTo>
                  <a:cubicBezTo>
                    <a:pt x="310" y="8436"/>
                    <a:pt x="359" y="8445"/>
                    <a:pt x="406" y="8445"/>
                  </a:cubicBezTo>
                  <a:cubicBezTo>
                    <a:pt x="421" y="8445"/>
                    <a:pt x="435" y="8444"/>
                    <a:pt x="449" y="8442"/>
                  </a:cubicBezTo>
                  <a:cubicBezTo>
                    <a:pt x="452" y="8442"/>
                    <a:pt x="459" y="8442"/>
                    <a:pt x="466" y="8439"/>
                  </a:cubicBezTo>
                  <a:lnTo>
                    <a:pt x="2456" y="6787"/>
                  </a:lnTo>
                  <a:lnTo>
                    <a:pt x="6614" y="4384"/>
                  </a:lnTo>
                  <a:lnTo>
                    <a:pt x="7262" y="3636"/>
                  </a:lnTo>
                  <a:lnTo>
                    <a:pt x="9093" y="1523"/>
                  </a:lnTo>
                  <a:cubicBezTo>
                    <a:pt x="9327" y="1254"/>
                    <a:pt x="9504" y="1022"/>
                    <a:pt x="9638" y="823"/>
                  </a:cubicBezTo>
                  <a:lnTo>
                    <a:pt x="10276" y="291"/>
                  </a:lnTo>
                  <a:cubicBezTo>
                    <a:pt x="10272" y="291"/>
                    <a:pt x="10269" y="291"/>
                    <a:pt x="10269" y="288"/>
                  </a:cubicBezTo>
                  <a:lnTo>
                    <a:pt x="9835" y="33"/>
                  </a:lnTo>
                  <a:lnTo>
                    <a:pt x="9830" y="36"/>
                  </a:lnTo>
                  <a:cubicBezTo>
                    <a:pt x="9791" y="13"/>
                    <a:pt x="9738" y="1"/>
                    <a:pt x="96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3599650" y="1882925"/>
              <a:ext cx="251475" cy="204575"/>
            </a:xfrm>
            <a:custGeom>
              <a:rect b="b" l="l" r="r" t="t"/>
              <a:pathLst>
                <a:path extrusionOk="0" h="8183" w="10059">
                  <a:moveTo>
                    <a:pt x="9678" y="1"/>
                  </a:moveTo>
                  <a:cubicBezTo>
                    <a:pt x="9413" y="1"/>
                    <a:pt x="8928" y="188"/>
                    <a:pt x="8241" y="587"/>
                  </a:cubicBezTo>
                  <a:cubicBezTo>
                    <a:pt x="6403" y="1648"/>
                    <a:pt x="3804" y="3790"/>
                    <a:pt x="2435" y="5369"/>
                  </a:cubicBezTo>
                  <a:cubicBezTo>
                    <a:pt x="2394" y="5421"/>
                    <a:pt x="2349" y="5469"/>
                    <a:pt x="2307" y="5517"/>
                  </a:cubicBezTo>
                  <a:lnTo>
                    <a:pt x="2304" y="5517"/>
                  </a:lnTo>
                  <a:cubicBezTo>
                    <a:pt x="1149" y="6852"/>
                    <a:pt x="204" y="7945"/>
                    <a:pt x="1" y="8182"/>
                  </a:cubicBezTo>
                  <a:cubicBezTo>
                    <a:pt x="4" y="8182"/>
                    <a:pt x="11" y="8182"/>
                    <a:pt x="18" y="8179"/>
                  </a:cubicBezTo>
                  <a:cubicBezTo>
                    <a:pt x="42" y="8176"/>
                    <a:pt x="66" y="8165"/>
                    <a:pt x="87" y="8155"/>
                  </a:cubicBezTo>
                  <a:lnTo>
                    <a:pt x="6480" y="4462"/>
                  </a:lnTo>
                  <a:cubicBezTo>
                    <a:pt x="6556" y="4421"/>
                    <a:pt x="6659" y="4334"/>
                    <a:pt x="6714" y="4269"/>
                  </a:cubicBezTo>
                  <a:lnTo>
                    <a:pt x="7859" y="2948"/>
                  </a:lnTo>
                  <a:cubicBezTo>
                    <a:pt x="7872" y="2938"/>
                    <a:pt x="7880" y="2924"/>
                    <a:pt x="7883" y="2921"/>
                  </a:cubicBezTo>
                  <a:lnTo>
                    <a:pt x="9093" y="1524"/>
                  </a:lnTo>
                  <a:cubicBezTo>
                    <a:pt x="9831" y="673"/>
                    <a:pt x="10059" y="159"/>
                    <a:pt x="9828" y="31"/>
                  </a:cubicBezTo>
                  <a:cubicBezTo>
                    <a:pt x="9824" y="31"/>
                    <a:pt x="9821" y="31"/>
                    <a:pt x="9821" y="28"/>
                  </a:cubicBezTo>
                  <a:cubicBezTo>
                    <a:pt x="9784" y="10"/>
                    <a:pt x="9736" y="1"/>
                    <a:pt x="967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32"/>
          <p:cNvGrpSpPr/>
          <p:nvPr/>
        </p:nvGrpSpPr>
        <p:grpSpPr>
          <a:xfrm>
            <a:off x="4699863" y="2212944"/>
            <a:ext cx="313952" cy="446675"/>
            <a:chOff x="8144921" y="2170747"/>
            <a:chExt cx="262590" cy="373599"/>
          </a:xfrm>
        </p:grpSpPr>
        <p:sp>
          <p:nvSpPr>
            <p:cNvPr id="826" name="Google Shape;826;p32"/>
            <p:cNvSpPr/>
            <p:nvPr/>
          </p:nvSpPr>
          <p:spPr>
            <a:xfrm>
              <a:off x="8144921" y="2170747"/>
              <a:ext cx="262590" cy="373599"/>
            </a:xfrm>
            <a:custGeom>
              <a:rect b="b" l="l" r="r" t="t"/>
              <a:pathLst>
                <a:path extrusionOk="0" h="15010" w="10550">
                  <a:moveTo>
                    <a:pt x="2499" y="1"/>
                  </a:moveTo>
                  <a:cubicBezTo>
                    <a:pt x="2363" y="1"/>
                    <a:pt x="2239" y="34"/>
                    <a:pt x="2133" y="98"/>
                  </a:cubicBezTo>
                  <a:lnTo>
                    <a:pt x="426" y="1092"/>
                  </a:lnTo>
                  <a:cubicBezTo>
                    <a:pt x="176" y="1229"/>
                    <a:pt x="24" y="1540"/>
                    <a:pt x="16" y="1973"/>
                  </a:cubicBezTo>
                  <a:lnTo>
                    <a:pt x="1" y="8939"/>
                  </a:lnTo>
                  <a:cubicBezTo>
                    <a:pt x="1" y="9819"/>
                    <a:pt x="608" y="10882"/>
                    <a:pt x="1375" y="11322"/>
                  </a:cubicBezTo>
                  <a:lnTo>
                    <a:pt x="7438" y="14820"/>
                  </a:lnTo>
                  <a:cubicBezTo>
                    <a:pt x="7661" y="14949"/>
                    <a:pt x="7869" y="15010"/>
                    <a:pt x="8054" y="15010"/>
                  </a:cubicBezTo>
                  <a:cubicBezTo>
                    <a:pt x="8198" y="15010"/>
                    <a:pt x="8327" y="14973"/>
                    <a:pt x="8440" y="14904"/>
                  </a:cubicBezTo>
                  <a:lnTo>
                    <a:pt x="8440" y="14904"/>
                  </a:lnTo>
                  <a:lnTo>
                    <a:pt x="8417" y="14919"/>
                  </a:lnTo>
                  <a:lnTo>
                    <a:pt x="10125" y="13925"/>
                  </a:lnTo>
                  <a:cubicBezTo>
                    <a:pt x="10375" y="13781"/>
                    <a:pt x="10527" y="13470"/>
                    <a:pt x="10527" y="13037"/>
                  </a:cubicBezTo>
                  <a:lnTo>
                    <a:pt x="10549" y="6070"/>
                  </a:lnTo>
                  <a:cubicBezTo>
                    <a:pt x="10549" y="5198"/>
                    <a:pt x="9935" y="4128"/>
                    <a:pt x="9176" y="3688"/>
                  </a:cubicBezTo>
                  <a:lnTo>
                    <a:pt x="3112" y="189"/>
                  </a:lnTo>
                  <a:cubicBezTo>
                    <a:pt x="2894" y="62"/>
                    <a:pt x="2685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8354420" y="2495238"/>
              <a:ext cx="52518" cy="46669"/>
            </a:xfrm>
            <a:custGeom>
              <a:rect b="b" l="l" r="r" t="t"/>
              <a:pathLst>
                <a:path extrusionOk="0" h="1875" w="2110">
                  <a:moveTo>
                    <a:pt x="2110" y="0"/>
                  </a:moveTo>
                  <a:lnTo>
                    <a:pt x="402" y="994"/>
                  </a:lnTo>
                  <a:cubicBezTo>
                    <a:pt x="402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0"/>
                  </a:lnTo>
                  <a:cubicBezTo>
                    <a:pt x="1958" y="744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0" y="1874"/>
                  </a:lnTo>
                  <a:cubicBezTo>
                    <a:pt x="2" y="1873"/>
                    <a:pt x="4" y="1872"/>
                    <a:pt x="6" y="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8155325" y="2170747"/>
              <a:ext cx="66879" cy="29470"/>
            </a:xfrm>
            <a:custGeom>
              <a:rect b="b" l="l" r="r" t="t"/>
              <a:pathLst>
                <a:path extrusionOk="0" h="1184" w="2687">
                  <a:moveTo>
                    <a:pt x="20" y="1081"/>
                  </a:moveTo>
                  <a:cubicBezTo>
                    <a:pt x="13" y="1085"/>
                    <a:pt x="7" y="1088"/>
                    <a:pt x="0" y="1092"/>
                  </a:cubicBezTo>
                  <a:lnTo>
                    <a:pt x="20" y="1081"/>
                  </a:lnTo>
                  <a:close/>
                  <a:moveTo>
                    <a:pt x="2074" y="1"/>
                  </a:moveTo>
                  <a:cubicBezTo>
                    <a:pt x="1937" y="1"/>
                    <a:pt x="1814" y="34"/>
                    <a:pt x="1708" y="98"/>
                  </a:cubicBezTo>
                  <a:lnTo>
                    <a:pt x="20" y="1081"/>
                  </a:lnTo>
                  <a:lnTo>
                    <a:pt x="20" y="1081"/>
                  </a:lnTo>
                  <a:cubicBezTo>
                    <a:pt x="121" y="1024"/>
                    <a:pt x="238" y="995"/>
                    <a:pt x="366" y="995"/>
                  </a:cubicBezTo>
                  <a:cubicBezTo>
                    <a:pt x="552" y="995"/>
                    <a:pt x="760" y="1056"/>
                    <a:pt x="979" y="1183"/>
                  </a:cubicBezTo>
                  <a:lnTo>
                    <a:pt x="2687" y="189"/>
                  </a:lnTo>
                  <a:cubicBezTo>
                    <a:pt x="2468" y="62"/>
                    <a:pt x="2259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8364426" y="2321829"/>
              <a:ext cx="43085" cy="198174"/>
            </a:xfrm>
            <a:custGeom>
              <a:rect b="b" l="l" r="r" t="t"/>
              <a:pathLst>
                <a:path extrusionOk="0" h="7962" w="1731">
                  <a:moveTo>
                    <a:pt x="1730" y="0"/>
                  </a:moveTo>
                  <a:lnTo>
                    <a:pt x="15" y="995"/>
                  </a:lnTo>
                  <a:lnTo>
                    <a:pt x="0" y="7961"/>
                  </a:lnTo>
                  <a:lnTo>
                    <a:pt x="1708" y="6967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8179693" y="2175451"/>
              <a:ext cx="193619" cy="112030"/>
            </a:xfrm>
            <a:custGeom>
              <a:rect b="b" l="l" r="r" t="t"/>
              <a:pathLst>
                <a:path extrusionOk="0" h="4501" w="7779">
                  <a:moveTo>
                    <a:pt x="1715" y="0"/>
                  </a:moveTo>
                  <a:lnTo>
                    <a:pt x="0" y="994"/>
                  </a:lnTo>
                  <a:lnTo>
                    <a:pt x="6064" y="4500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8330601" y="2262715"/>
              <a:ext cx="76910" cy="83879"/>
            </a:xfrm>
            <a:custGeom>
              <a:rect b="b" l="l" r="r" t="t"/>
              <a:pathLst>
                <a:path extrusionOk="0" h="3370" w="3090">
                  <a:moveTo>
                    <a:pt x="1708" y="0"/>
                  </a:moveTo>
                  <a:lnTo>
                    <a:pt x="1" y="994"/>
                  </a:lnTo>
                  <a:cubicBezTo>
                    <a:pt x="767" y="1427"/>
                    <a:pt x="1382" y="2497"/>
                    <a:pt x="1374" y="3370"/>
                  </a:cubicBezTo>
                  <a:lnTo>
                    <a:pt x="3082" y="2375"/>
                  </a:lnTo>
                  <a:cubicBezTo>
                    <a:pt x="3089" y="1503"/>
                    <a:pt x="2467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8184596" y="2259280"/>
              <a:ext cx="138289" cy="231253"/>
            </a:xfrm>
            <a:custGeom>
              <a:rect b="b" l="l" r="r" t="t"/>
              <a:pathLst>
                <a:path extrusionOk="0" h="9291" w="5556">
                  <a:moveTo>
                    <a:pt x="372" y="1"/>
                  </a:moveTo>
                  <a:cubicBezTo>
                    <a:pt x="152" y="1"/>
                    <a:pt x="1" y="172"/>
                    <a:pt x="1" y="472"/>
                  </a:cubicBezTo>
                  <a:cubicBezTo>
                    <a:pt x="23" y="943"/>
                    <a:pt x="274" y="1368"/>
                    <a:pt x="668" y="1626"/>
                  </a:cubicBezTo>
                  <a:cubicBezTo>
                    <a:pt x="775" y="1688"/>
                    <a:pt x="877" y="1718"/>
                    <a:pt x="968" y="1718"/>
                  </a:cubicBezTo>
                  <a:cubicBezTo>
                    <a:pt x="1185" y="1718"/>
                    <a:pt x="1336" y="1546"/>
                    <a:pt x="1336" y="1246"/>
                  </a:cubicBezTo>
                  <a:cubicBezTo>
                    <a:pt x="1314" y="776"/>
                    <a:pt x="1063" y="351"/>
                    <a:pt x="676" y="93"/>
                  </a:cubicBezTo>
                  <a:cubicBezTo>
                    <a:pt x="567" y="30"/>
                    <a:pt x="463" y="1"/>
                    <a:pt x="372" y="1"/>
                  </a:cubicBezTo>
                  <a:close/>
                  <a:moveTo>
                    <a:pt x="84" y="1876"/>
                  </a:moveTo>
                  <a:lnTo>
                    <a:pt x="77" y="6133"/>
                  </a:lnTo>
                  <a:lnTo>
                    <a:pt x="1230" y="6801"/>
                  </a:lnTo>
                  <a:lnTo>
                    <a:pt x="1238" y="2536"/>
                  </a:lnTo>
                  <a:lnTo>
                    <a:pt x="84" y="1876"/>
                  </a:lnTo>
                  <a:close/>
                  <a:moveTo>
                    <a:pt x="1959" y="2961"/>
                  </a:moveTo>
                  <a:lnTo>
                    <a:pt x="1951" y="7219"/>
                  </a:lnTo>
                  <a:lnTo>
                    <a:pt x="3104" y="7879"/>
                  </a:lnTo>
                  <a:lnTo>
                    <a:pt x="3104" y="5777"/>
                  </a:lnTo>
                  <a:cubicBezTo>
                    <a:pt x="3104" y="5350"/>
                    <a:pt x="3163" y="4968"/>
                    <a:pt x="3464" y="4968"/>
                  </a:cubicBezTo>
                  <a:cubicBezTo>
                    <a:pt x="3554" y="4968"/>
                    <a:pt x="3665" y="5002"/>
                    <a:pt x="3803" y="5079"/>
                  </a:cubicBezTo>
                  <a:cubicBezTo>
                    <a:pt x="4395" y="5420"/>
                    <a:pt x="4395" y="6057"/>
                    <a:pt x="4395" y="6558"/>
                  </a:cubicBezTo>
                  <a:lnTo>
                    <a:pt x="4395" y="8630"/>
                  </a:lnTo>
                  <a:lnTo>
                    <a:pt x="5541" y="9290"/>
                  </a:lnTo>
                  <a:lnTo>
                    <a:pt x="5548" y="6953"/>
                  </a:lnTo>
                  <a:cubicBezTo>
                    <a:pt x="5556" y="5807"/>
                    <a:pt x="5343" y="4798"/>
                    <a:pt x="4175" y="4122"/>
                  </a:cubicBezTo>
                  <a:cubicBezTo>
                    <a:pt x="3941" y="3990"/>
                    <a:pt x="3738" y="3936"/>
                    <a:pt x="3571" y="3936"/>
                  </a:cubicBezTo>
                  <a:cubicBezTo>
                    <a:pt x="3336" y="3936"/>
                    <a:pt x="3170" y="4041"/>
                    <a:pt x="3082" y="4183"/>
                  </a:cubicBezTo>
                  <a:lnTo>
                    <a:pt x="3067" y="4175"/>
                  </a:lnTo>
                  <a:lnTo>
                    <a:pt x="3067" y="3599"/>
                  </a:lnTo>
                  <a:lnTo>
                    <a:pt x="1959" y="29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8184596" y="2259206"/>
              <a:ext cx="33079" cy="169376"/>
            </a:xfrm>
            <a:custGeom>
              <a:rect b="b" l="l" r="r" t="t"/>
              <a:pathLst>
                <a:path extrusionOk="0" h="6805" w="1329">
                  <a:moveTo>
                    <a:pt x="368" y="0"/>
                  </a:moveTo>
                  <a:cubicBezTo>
                    <a:pt x="152" y="0"/>
                    <a:pt x="1" y="175"/>
                    <a:pt x="1" y="475"/>
                  </a:cubicBezTo>
                  <a:cubicBezTo>
                    <a:pt x="23" y="938"/>
                    <a:pt x="266" y="1371"/>
                    <a:pt x="661" y="1629"/>
                  </a:cubicBezTo>
                  <a:cubicBezTo>
                    <a:pt x="769" y="1690"/>
                    <a:pt x="870" y="1719"/>
                    <a:pt x="960" y="1719"/>
                  </a:cubicBezTo>
                  <a:cubicBezTo>
                    <a:pt x="1180" y="1719"/>
                    <a:pt x="1329" y="1545"/>
                    <a:pt x="1329" y="1249"/>
                  </a:cubicBezTo>
                  <a:cubicBezTo>
                    <a:pt x="1306" y="779"/>
                    <a:pt x="1063" y="346"/>
                    <a:pt x="668" y="96"/>
                  </a:cubicBezTo>
                  <a:cubicBezTo>
                    <a:pt x="561" y="31"/>
                    <a:pt x="459" y="0"/>
                    <a:pt x="368" y="0"/>
                  </a:cubicBezTo>
                  <a:close/>
                  <a:moveTo>
                    <a:pt x="84" y="1879"/>
                  </a:moveTo>
                  <a:lnTo>
                    <a:pt x="77" y="6136"/>
                  </a:lnTo>
                  <a:lnTo>
                    <a:pt x="1230" y="6804"/>
                  </a:lnTo>
                  <a:lnTo>
                    <a:pt x="1238" y="2539"/>
                  </a:lnTo>
                  <a:lnTo>
                    <a:pt x="84" y="1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8233131" y="2332780"/>
              <a:ext cx="89579" cy="157753"/>
            </a:xfrm>
            <a:custGeom>
              <a:rect b="b" l="l" r="r" t="t"/>
              <a:pathLst>
                <a:path extrusionOk="0" h="6338" w="3599">
                  <a:moveTo>
                    <a:pt x="9" y="1"/>
                  </a:moveTo>
                  <a:lnTo>
                    <a:pt x="1" y="4266"/>
                  </a:lnTo>
                  <a:lnTo>
                    <a:pt x="1147" y="4926"/>
                  </a:lnTo>
                  <a:lnTo>
                    <a:pt x="1154" y="2824"/>
                  </a:lnTo>
                  <a:cubicBezTo>
                    <a:pt x="1154" y="2394"/>
                    <a:pt x="1212" y="2008"/>
                    <a:pt x="1509" y="2008"/>
                  </a:cubicBezTo>
                  <a:cubicBezTo>
                    <a:pt x="1600" y="2008"/>
                    <a:pt x="1712" y="2044"/>
                    <a:pt x="1853" y="2126"/>
                  </a:cubicBezTo>
                  <a:cubicBezTo>
                    <a:pt x="2452" y="2475"/>
                    <a:pt x="2445" y="3104"/>
                    <a:pt x="2445" y="3598"/>
                  </a:cubicBezTo>
                  <a:lnTo>
                    <a:pt x="2445" y="5669"/>
                  </a:lnTo>
                  <a:lnTo>
                    <a:pt x="3591" y="6337"/>
                  </a:lnTo>
                  <a:lnTo>
                    <a:pt x="3598" y="4000"/>
                  </a:lnTo>
                  <a:cubicBezTo>
                    <a:pt x="3598" y="2854"/>
                    <a:pt x="3393" y="1845"/>
                    <a:pt x="2225" y="1169"/>
                  </a:cubicBezTo>
                  <a:lnTo>
                    <a:pt x="2225" y="1177"/>
                  </a:lnTo>
                  <a:cubicBezTo>
                    <a:pt x="1988" y="1040"/>
                    <a:pt x="1784" y="984"/>
                    <a:pt x="1616" y="984"/>
                  </a:cubicBezTo>
                  <a:cubicBezTo>
                    <a:pt x="1384" y="984"/>
                    <a:pt x="1220" y="1089"/>
                    <a:pt x="1132" y="1230"/>
                  </a:cubicBezTo>
                  <a:lnTo>
                    <a:pt x="1117" y="1222"/>
                  </a:lnTo>
                  <a:lnTo>
                    <a:pt x="1117" y="6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32"/>
          <p:cNvGrpSpPr/>
          <p:nvPr/>
        </p:nvGrpSpPr>
        <p:grpSpPr>
          <a:xfrm>
            <a:off x="4725472" y="2770273"/>
            <a:ext cx="262764" cy="373649"/>
            <a:chOff x="4425385" y="1610473"/>
            <a:chExt cx="262764" cy="373649"/>
          </a:xfrm>
        </p:grpSpPr>
        <p:sp>
          <p:nvSpPr>
            <p:cNvPr id="836" name="Google Shape;836;p32"/>
            <p:cNvSpPr/>
            <p:nvPr/>
          </p:nvSpPr>
          <p:spPr>
            <a:xfrm>
              <a:off x="4425385" y="1610522"/>
              <a:ext cx="262764" cy="373599"/>
            </a:xfrm>
            <a:custGeom>
              <a:rect b="b" l="l" r="r" t="t"/>
              <a:pathLst>
                <a:path extrusionOk="0" h="15010" w="10557">
                  <a:moveTo>
                    <a:pt x="2502" y="0"/>
                  </a:moveTo>
                  <a:cubicBezTo>
                    <a:pt x="2364" y="0"/>
                    <a:pt x="2239" y="33"/>
                    <a:pt x="2133" y="98"/>
                  </a:cubicBezTo>
                  <a:lnTo>
                    <a:pt x="426" y="1092"/>
                  </a:lnTo>
                  <a:cubicBezTo>
                    <a:pt x="183" y="1228"/>
                    <a:pt x="23" y="1540"/>
                    <a:pt x="23" y="1972"/>
                  </a:cubicBezTo>
                  <a:lnTo>
                    <a:pt x="1" y="8939"/>
                  </a:lnTo>
                  <a:cubicBezTo>
                    <a:pt x="1" y="9819"/>
                    <a:pt x="615" y="10881"/>
                    <a:pt x="1374" y="11322"/>
                  </a:cubicBezTo>
                  <a:lnTo>
                    <a:pt x="7438" y="14820"/>
                  </a:lnTo>
                  <a:cubicBezTo>
                    <a:pt x="7660" y="14948"/>
                    <a:pt x="7871" y="15009"/>
                    <a:pt x="8057" y="15009"/>
                  </a:cubicBezTo>
                  <a:cubicBezTo>
                    <a:pt x="8201" y="15009"/>
                    <a:pt x="8330" y="14973"/>
                    <a:pt x="8439" y="14903"/>
                  </a:cubicBezTo>
                  <a:lnTo>
                    <a:pt x="8439" y="14903"/>
                  </a:lnTo>
                  <a:lnTo>
                    <a:pt x="8424" y="14919"/>
                  </a:lnTo>
                  <a:lnTo>
                    <a:pt x="8424" y="14919"/>
                  </a:lnTo>
                  <a:lnTo>
                    <a:pt x="10132" y="13924"/>
                  </a:lnTo>
                  <a:cubicBezTo>
                    <a:pt x="10375" y="13780"/>
                    <a:pt x="10526" y="13469"/>
                    <a:pt x="10534" y="13037"/>
                  </a:cubicBezTo>
                  <a:lnTo>
                    <a:pt x="10557" y="6070"/>
                  </a:lnTo>
                  <a:cubicBezTo>
                    <a:pt x="10557" y="5190"/>
                    <a:pt x="9942" y="4127"/>
                    <a:pt x="9183" y="3687"/>
                  </a:cubicBezTo>
                  <a:lnTo>
                    <a:pt x="3120" y="189"/>
                  </a:lnTo>
                  <a:cubicBezTo>
                    <a:pt x="2901" y="62"/>
                    <a:pt x="2689" y="0"/>
                    <a:pt x="2502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4635058" y="1934989"/>
              <a:ext cx="52518" cy="46694"/>
            </a:xfrm>
            <a:custGeom>
              <a:rect b="b" l="l" r="r" t="t"/>
              <a:pathLst>
                <a:path extrusionOk="0" h="1876" w="2110">
                  <a:moveTo>
                    <a:pt x="2110" y="1"/>
                  </a:moveTo>
                  <a:lnTo>
                    <a:pt x="402" y="995"/>
                  </a:lnTo>
                  <a:cubicBezTo>
                    <a:pt x="402" y="1424"/>
                    <a:pt x="253" y="1726"/>
                    <a:pt x="6" y="1872"/>
                  </a:cubicBezTo>
                  <a:lnTo>
                    <a:pt x="6" y="1872"/>
                  </a:lnTo>
                  <a:lnTo>
                    <a:pt x="1708" y="881"/>
                  </a:lnTo>
                  <a:cubicBezTo>
                    <a:pt x="1958" y="737"/>
                    <a:pt x="2110" y="433"/>
                    <a:pt x="2110" y="1"/>
                  </a:cubicBezTo>
                  <a:close/>
                  <a:moveTo>
                    <a:pt x="6" y="1872"/>
                  </a:moveTo>
                  <a:lnTo>
                    <a:pt x="0" y="1875"/>
                  </a:lnTo>
                  <a:cubicBezTo>
                    <a:pt x="2" y="1874"/>
                    <a:pt x="4" y="1873"/>
                    <a:pt x="6" y="1872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4435963" y="1610473"/>
              <a:ext cx="66904" cy="29495"/>
            </a:xfrm>
            <a:custGeom>
              <a:rect b="b" l="l" r="r" t="t"/>
              <a:pathLst>
                <a:path extrusionOk="0" h="1185" w="2688">
                  <a:moveTo>
                    <a:pt x="2067" y="1"/>
                  </a:moveTo>
                  <a:cubicBezTo>
                    <a:pt x="1934" y="1"/>
                    <a:pt x="1812" y="32"/>
                    <a:pt x="1708" y="92"/>
                  </a:cubicBezTo>
                  <a:lnTo>
                    <a:pt x="1" y="1086"/>
                  </a:lnTo>
                  <a:cubicBezTo>
                    <a:pt x="105" y="1026"/>
                    <a:pt x="226" y="995"/>
                    <a:pt x="360" y="995"/>
                  </a:cubicBezTo>
                  <a:cubicBezTo>
                    <a:pt x="547" y="995"/>
                    <a:pt x="758" y="1056"/>
                    <a:pt x="980" y="1185"/>
                  </a:cubicBezTo>
                  <a:lnTo>
                    <a:pt x="2687" y="191"/>
                  </a:lnTo>
                  <a:cubicBezTo>
                    <a:pt x="2466" y="62"/>
                    <a:pt x="2254" y="1"/>
                    <a:pt x="2067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4644865" y="1761605"/>
              <a:ext cx="43284" cy="198149"/>
            </a:xfrm>
            <a:custGeom>
              <a:rect b="b" l="l" r="r" t="t"/>
              <a:pathLst>
                <a:path extrusionOk="0" h="7961" w="1739">
                  <a:moveTo>
                    <a:pt x="1739" y="0"/>
                  </a:moveTo>
                  <a:lnTo>
                    <a:pt x="24" y="994"/>
                  </a:lnTo>
                  <a:lnTo>
                    <a:pt x="1" y="7961"/>
                  </a:lnTo>
                  <a:lnTo>
                    <a:pt x="1716" y="6967"/>
                  </a:lnTo>
                  <a:lnTo>
                    <a:pt x="1739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4460330" y="1615202"/>
              <a:ext cx="193644" cy="111856"/>
            </a:xfrm>
            <a:custGeom>
              <a:rect b="b" l="l" r="r" t="t"/>
              <a:pathLst>
                <a:path extrusionOk="0" h="4494" w="7780">
                  <a:moveTo>
                    <a:pt x="1716" y="1"/>
                  </a:moveTo>
                  <a:lnTo>
                    <a:pt x="1" y="995"/>
                  </a:lnTo>
                  <a:lnTo>
                    <a:pt x="6064" y="4493"/>
                  </a:lnTo>
                  <a:lnTo>
                    <a:pt x="7779" y="3499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4611263" y="1702292"/>
              <a:ext cx="76711" cy="84078"/>
            </a:xfrm>
            <a:custGeom>
              <a:rect b="b" l="l" r="r" t="t"/>
              <a:pathLst>
                <a:path extrusionOk="0" h="3378" w="3082">
                  <a:moveTo>
                    <a:pt x="1708" y="0"/>
                  </a:moveTo>
                  <a:lnTo>
                    <a:pt x="0" y="994"/>
                  </a:lnTo>
                  <a:cubicBezTo>
                    <a:pt x="759" y="1434"/>
                    <a:pt x="1374" y="2497"/>
                    <a:pt x="1374" y="3377"/>
                  </a:cubicBezTo>
                  <a:lnTo>
                    <a:pt x="3081" y="2383"/>
                  </a:lnTo>
                  <a:cubicBezTo>
                    <a:pt x="3081" y="1510"/>
                    <a:pt x="2466" y="440"/>
                    <a:pt x="1708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4457119" y="1712298"/>
              <a:ext cx="153223" cy="188542"/>
            </a:xfrm>
            <a:custGeom>
              <a:rect b="b" l="l" r="r" t="t"/>
              <a:pathLst>
                <a:path extrusionOk="0" h="7575" w="6156">
                  <a:moveTo>
                    <a:pt x="1" y="0"/>
                  </a:moveTo>
                  <a:lnTo>
                    <a:pt x="1" y="175"/>
                  </a:lnTo>
                  <a:cubicBezTo>
                    <a:pt x="1" y="228"/>
                    <a:pt x="31" y="274"/>
                    <a:pt x="69" y="296"/>
                  </a:cubicBezTo>
                  <a:lnTo>
                    <a:pt x="251" y="403"/>
                  </a:lnTo>
                  <a:cubicBezTo>
                    <a:pt x="319" y="448"/>
                    <a:pt x="380" y="524"/>
                    <a:pt x="403" y="607"/>
                  </a:cubicBezTo>
                  <a:lnTo>
                    <a:pt x="2179" y="6527"/>
                  </a:lnTo>
                  <a:lnTo>
                    <a:pt x="3120" y="4819"/>
                  </a:lnTo>
                  <a:lnTo>
                    <a:pt x="3985" y="7574"/>
                  </a:lnTo>
                  <a:lnTo>
                    <a:pt x="5730" y="3681"/>
                  </a:lnTo>
                  <a:cubicBezTo>
                    <a:pt x="5749" y="3648"/>
                    <a:pt x="5780" y="3630"/>
                    <a:pt x="5817" y="3630"/>
                  </a:cubicBezTo>
                  <a:cubicBezTo>
                    <a:pt x="5839" y="3630"/>
                    <a:pt x="5864" y="3636"/>
                    <a:pt x="5890" y="3651"/>
                  </a:cubicBezTo>
                  <a:lnTo>
                    <a:pt x="6079" y="3764"/>
                  </a:lnTo>
                  <a:cubicBezTo>
                    <a:pt x="6090" y="3771"/>
                    <a:pt x="6100" y="3774"/>
                    <a:pt x="6108" y="3774"/>
                  </a:cubicBezTo>
                  <a:cubicBezTo>
                    <a:pt x="6132" y="3774"/>
                    <a:pt x="6148" y="3754"/>
                    <a:pt x="6148" y="3726"/>
                  </a:cubicBezTo>
                  <a:lnTo>
                    <a:pt x="6148" y="3552"/>
                  </a:lnTo>
                  <a:lnTo>
                    <a:pt x="6155" y="3552"/>
                  </a:lnTo>
                  <a:lnTo>
                    <a:pt x="4842" y="2801"/>
                  </a:lnTo>
                  <a:lnTo>
                    <a:pt x="4842" y="2983"/>
                  </a:lnTo>
                  <a:cubicBezTo>
                    <a:pt x="4850" y="3028"/>
                    <a:pt x="4873" y="3066"/>
                    <a:pt x="4911" y="3097"/>
                  </a:cubicBezTo>
                  <a:lnTo>
                    <a:pt x="5214" y="3271"/>
                  </a:lnTo>
                  <a:cubicBezTo>
                    <a:pt x="5313" y="3332"/>
                    <a:pt x="5358" y="3446"/>
                    <a:pt x="5343" y="3552"/>
                  </a:cubicBezTo>
                  <a:lnTo>
                    <a:pt x="4106" y="6474"/>
                  </a:lnTo>
                  <a:lnTo>
                    <a:pt x="3416" y="4182"/>
                  </a:lnTo>
                  <a:lnTo>
                    <a:pt x="4167" y="2778"/>
                  </a:lnTo>
                  <a:cubicBezTo>
                    <a:pt x="4185" y="2747"/>
                    <a:pt x="4213" y="2731"/>
                    <a:pt x="4246" y="2731"/>
                  </a:cubicBezTo>
                  <a:cubicBezTo>
                    <a:pt x="4271" y="2731"/>
                    <a:pt x="4298" y="2739"/>
                    <a:pt x="4326" y="2755"/>
                  </a:cubicBezTo>
                  <a:lnTo>
                    <a:pt x="4524" y="2869"/>
                  </a:lnTo>
                  <a:cubicBezTo>
                    <a:pt x="4534" y="2875"/>
                    <a:pt x="4544" y="2878"/>
                    <a:pt x="4553" y="2878"/>
                  </a:cubicBezTo>
                  <a:cubicBezTo>
                    <a:pt x="4576" y="2878"/>
                    <a:pt x="4592" y="2859"/>
                    <a:pt x="4592" y="2831"/>
                  </a:cubicBezTo>
                  <a:lnTo>
                    <a:pt x="4592" y="2656"/>
                  </a:lnTo>
                  <a:lnTo>
                    <a:pt x="3378" y="1951"/>
                  </a:lnTo>
                  <a:lnTo>
                    <a:pt x="3378" y="2133"/>
                  </a:lnTo>
                  <a:cubicBezTo>
                    <a:pt x="3378" y="2178"/>
                    <a:pt x="3408" y="2224"/>
                    <a:pt x="3446" y="2247"/>
                  </a:cubicBezTo>
                  <a:lnTo>
                    <a:pt x="3628" y="2353"/>
                  </a:lnTo>
                  <a:cubicBezTo>
                    <a:pt x="3719" y="2414"/>
                    <a:pt x="3787" y="2565"/>
                    <a:pt x="3749" y="2649"/>
                  </a:cubicBezTo>
                  <a:lnTo>
                    <a:pt x="3264" y="3635"/>
                  </a:lnTo>
                  <a:lnTo>
                    <a:pt x="2786" y="2087"/>
                  </a:lnTo>
                  <a:cubicBezTo>
                    <a:pt x="2756" y="1993"/>
                    <a:pt x="2791" y="1926"/>
                    <a:pt x="2854" y="1926"/>
                  </a:cubicBezTo>
                  <a:cubicBezTo>
                    <a:pt x="2872" y="1926"/>
                    <a:pt x="2893" y="1931"/>
                    <a:pt x="2915" y="1943"/>
                  </a:cubicBezTo>
                  <a:cubicBezTo>
                    <a:pt x="2925" y="1949"/>
                    <a:pt x="2935" y="1952"/>
                    <a:pt x="2944" y="1952"/>
                  </a:cubicBezTo>
                  <a:cubicBezTo>
                    <a:pt x="2967" y="1952"/>
                    <a:pt x="2983" y="1933"/>
                    <a:pt x="2983" y="1905"/>
                  </a:cubicBezTo>
                  <a:lnTo>
                    <a:pt x="2983" y="1723"/>
                  </a:lnTo>
                  <a:lnTo>
                    <a:pt x="1822" y="1055"/>
                  </a:lnTo>
                  <a:lnTo>
                    <a:pt x="1822" y="1237"/>
                  </a:lnTo>
                  <a:cubicBezTo>
                    <a:pt x="1822" y="1283"/>
                    <a:pt x="1852" y="1328"/>
                    <a:pt x="1890" y="1351"/>
                  </a:cubicBezTo>
                  <a:lnTo>
                    <a:pt x="2012" y="1427"/>
                  </a:lnTo>
                  <a:cubicBezTo>
                    <a:pt x="2088" y="1473"/>
                    <a:pt x="2148" y="1548"/>
                    <a:pt x="2171" y="1632"/>
                  </a:cubicBezTo>
                  <a:lnTo>
                    <a:pt x="2975" y="4258"/>
                  </a:lnTo>
                  <a:lnTo>
                    <a:pt x="2338" y="5472"/>
                  </a:lnTo>
                  <a:lnTo>
                    <a:pt x="1093" y="1101"/>
                  </a:lnTo>
                  <a:cubicBezTo>
                    <a:pt x="1064" y="1006"/>
                    <a:pt x="1099" y="939"/>
                    <a:pt x="1158" y="939"/>
                  </a:cubicBezTo>
                  <a:cubicBezTo>
                    <a:pt x="1176" y="939"/>
                    <a:pt x="1195" y="945"/>
                    <a:pt x="1215" y="957"/>
                  </a:cubicBezTo>
                  <a:lnTo>
                    <a:pt x="1480" y="1108"/>
                  </a:lnTo>
                  <a:cubicBezTo>
                    <a:pt x="1489" y="1115"/>
                    <a:pt x="1497" y="1117"/>
                    <a:pt x="1505" y="1117"/>
                  </a:cubicBezTo>
                  <a:cubicBezTo>
                    <a:pt x="1526" y="1117"/>
                    <a:pt x="1543" y="1098"/>
                    <a:pt x="1549" y="1070"/>
                  </a:cubicBezTo>
                  <a:lnTo>
                    <a:pt x="1549" y="8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32"/>
          <p:cNvGrpSpPr/>
          <p:nvPr/>
        </p:nvGrpSpPr>
        <p:grpSpPr>
          <a:xfrm>
            <a:off x="4725558" y="1707849"/>
            <a:ext cx="262590" cy="373624"/>
            <a:chOff x="3169858" y="2761361"/>
            <a:chExt cx="262590" cy="373624"/>
          </a:xfrm>
        </p:grpSpPr>
        <p:sp>
          <p:nvSpPr>
            <p:cNvPr id="844" name="Google Shape;844;p32"/>
            <p:cNvSpPr/>
            <p:nvPr/>
          </p:nvSpPr>
          <p:spPr>
            <a:xfrm>
              <a:off x="3169858" y="2761411"/>
              <a:ext cx="262590" cy="373574"/>
            </a:xfrm>
            <a:custGeom>
              <a:rect b="b" l="l" r="r" t="t"/>
              <a:pathLst>
                <a:path extrusionOk="0" h="15009" w="10550">
                  <a:moveTo>
                    <a:pt x="2499" y="0"/>
                  </a:moveTo>
                  <a:cubicBezTo>
                    <a:pt x="2363" y="0"/>
                    <a:pt x="2239" y="33"/>
                    <a:pt x="2133" y="97"/>
                  </a:cubicBezTo>
                  <a:lnTo>
                    <a:pt x="426" y="1091"/>
                  </a:lnTo>
                  <a:cubicBezTo>
                    <a:pt x="175" y="1228"/>
                    <a:pt x="16" y="1539"/>
                    <a:pt x="16" y="1972"/>
                  </a:cubicBezTo>
                  <a:lnTo>
                    <a:pt x="1" y="8938"/>
                  </a:lnTo>
                  <a:cubicBezTo>
                    <a:pt x="1" y="9819"/>
                    <a:pt x="608" y="10881"/>
                    <a:pt x="1374" y="11321"/>
                  </a:cubicBezTo>
                  <a:lnTo>
                    <a:pt x="7438" y="14820"/>
                  </a:lnTo>
                  <a:cubicBezTo>
                    <a:pt x="7656" y="14948"/>
                    <a:pt x="7865" y="15009"/>
                    <a:pt x="8051" y="15009"/>
                  </a:cubicBezTo>
                  <a:cubicBezTo>
                    <a:pt x="8196" y="15009"/>
                    <a:pt x="8327" y="14973"/>
                    <a:pt x="8439" y="14903"/>
                  </a:cubicBezTo>
                  <a:lnTo>
                    <a:pt x="8439" y="14903"/>
                  </a:lnTo>
                  <a:lnTo>
                    <a:pt x="8417" y="14918"/>
                  </a:lnTo>
                  <a:lnTo>
                    <a:pt x="8417" y="14918"/>
                  </a:lnTo>
                  <a:lnTo>
                    <a:pt x="10124" y="13924"/>
                  </a:lnTo>
                  <a:cubicBezTo>
                    <a:pt x="10367" y="13780"/>
                    <a:pt x="10526" y="13469"/>
                    <a:pt x="10526" y="13036"/>
                  </a:cubicBezTo>
                  <a:lnTo>
                    <a:pt x="10542" y="6070"/>
                  </a:lnTo>
                  <a:cubicBezTo>
                    <a:pt x="10549" y="5197"/>
                    <a:pt x="9934" y="4135"/>
                    <a:pt x="9176" y="3687"/>
                  </a:cubicBezTo>
                  <a:lnTo>
                    <a:pt x="3112" y="188"/>
                  </a:lnTo>
                  <a:cubicBezTo>
                    <a:pt x="2893" y="61"/>
                    <a:pt x="2684" y="0"/>
                    <a:pt x="2499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3379332" y="3085877"/>
              <a:ext cx="52543" cy="46669"/>
            </a:xfrm>
            <a:custGeom>
              <a:rect b="b" l="l" r="r" t="t"/>
              <a:pathLst>
                <a:path extrusionOk="0" h="1875" w="2111">
                  <a:moveTo>
                    <a:pt x="2110" y="0"/>
                  </a:moveTo>
                  <a:lnTo>
                    <a:pt x="403" y="994"/>
                  </a:lnTo>
                  <a:cubicBezTo>
                    <a:pt x="403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1"/>
                  </a:lnTo>
                  <a:cubicBezTo>
                    <a:pt x="1959" y="736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1" y="1875"/>
                  </a:lnTo>
                  <a:cubicBezTo>
                    <a:pt x="3" y="1874"/>
                    <a:pt x="4" y="1873"/>
                    <a:pt x="6" y="187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3180262" y="2761361"/>
              <a:ext cx="66879" cy="29495"/>
            </a:xfrm>
            <a:custGeom>
              <a:rect b="b" l="l" r="r" t="t"/>
              <a:pathLst>
                <a:path extrusionOk="0" h="1185" w="2687">
                  <a:moveTo>
                    <a:pt x="2066" y="1"/>
                  </a:moveTo>
                  <a:cubicBezTo>
                    <a:pt x="1933" y="1"/>
                    <a:pt x="1812" y="32"/>
                    <a:pt x="1708" y="92"/>
                  </a:cubicBezTo>
                  <a:lnTo>
                    <a:pt x="0" y="1086"/>
                  </a:lnTo>
                  <a:cubicBezTo>
                    <a:pt x="104" y="1026"/>
                    <a:pt x="226" y="995"/>
                    <a:pt x="359" y="995"/>
                  </a:cubicBezTo>
                  <a:cubicBezTo>
                    <a:pt x="546" y="995"/>
                    <a:pt x="757" y="1056"/>
                    <a:pt x="979" y="1185"/>
                  </a:cubicBezTo>
                  <a:lnTo>
                    <a:pt x="2686" y="190"/>
                  </a:lnTo>
                  <a:cubicBezTo>
                    <a:pt x="2465" y="62"/>
                    <a:pt x="2254" y="1"/>
                    <a:pt x="2066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3389338" y="2912469"/>
              <a:ext cx="43109" cy="198174"/>
            </a:xfrm>
            <a:custGeom>
              <a:rect b="b" l="l" r="r" t="t"/>
              <a:pathLst>
                <a:path extrusionOk="0" h="7962" w="1732">
                  <a:moveTo>
                    <a:pt x="1731" y="1"/>
                  </a:moveTo>
                  <a:lnTo>
                    <a:pt x="16" y="995"/>
                  </a:lnTo>
                  <a:lnTo>
                    <a:pt x="1" y="7961"/>
                  </a:lnTo>
                  <a:lnTo>
                    <a:pt x="1708" y="6967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3204630" y="2766090"/>
              <a:ext cx="193619" cy="111831"/>
            </a:xfrm>
            <a:custGeom>
              <a:rect b="b" l="l" r="r" t="t"/>
              <a:pathLst>
                <a:path extrusionOk="0" h="4493" w="7779">
                  <a:moveTo>
                    <a:pt x="1715" y="0"/>
                  </a:moveTo>
                  <a:lnTo>
                    <a:pt x="0" y="995"/>
                  </a:lnTo>
                  <a:lnTo>
                    <a:pt x="6063" y="4493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3355538" y="2853156"/>
              <a:ext cx="76910" cy="84078"/>
            </a:xfrm>
            <a:custGeom>
              <a:rect b="b" l="l" r="r" t="t"/>
              <a:pathLst>
                <a:path extrusionOk="0" h="3378" w="3090">
                  <a:moveTo>
                    <a:pt x="1708" y="1"/>
                  </a:moveTo>
                  <a:lnTo>
                    <a:pt x="0" y="995"/>
                  </a:lnTo>
                  <a:cubicBezTo>
                    <a:pt x="767" y="1435"/>
                    <a:pt x="1382" y="2505"/>
                    <a:pt x="1374" y="3378"/>
                  </a:cubicBezTo>
                  <a:lnTo>
                    <a:pt x="3082" y="2384"/>
                  </a:lnTo>
                  <a:cubicBezTo>
                    <a:pt x="3089" y="1511"/>
                    <a:pt x="2467" y="441"/>
                    <a:pt x="1708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3205376" y="2857984"/>
              <a:ext cx="140355" cy="206487"/>
            </a:xfrm>
            <a:custGeom>
              <a:rect b="b" l="l" r="r" t="t"/>
              <a:pathLst>
                <a:path extrusionOk="0" h="8296" w="5639">
                  <a:moveTo>
                    <a:pt x="1070" y="655"/>
                  </a:moveTo>
                  <a:cubicBezTo>
                    <a:pt x="1100" y="655"/>
                    <a:pt x="1131" y="658"/>
                    <a:pt x="1161" y="664"/>
                  </a:cubicBezTo>
                  <a:cubicBezTo>
                    <a:pt x="1344" y="695"/>
                    <a:pt x="1526" y="755"/>
                    <a:pt x="1685" y="854"/>
                  </a:cubicBezTo>
                  <a:cubicBezTo>
                    <a:pt x="1981" y="1006"/>
                    <a:pt x="2072" y="1051"/>
                    <a:pt x="2823" y="1492"/>
                  </a:cubicBezTo>
                  <a:cubicBezTo>
                    <a:pt x="3575" y="1924"/>
                    <a:pt x="3666" y="1977"/>
                    <a:pt x="3962" y="2167"/>
                  </a:cubicBezTo>
                  <a:cubicBezTo>
                    <a:pt x="4151" y="2281"/>
                    <a:pt x="4326" y="2417"/>
                    <a:pt x="4485" y="2577"/>
                  </a:cubicBezTo>
                  <a:cubicBezTo>
                    <a:pt x="4736" y="2842"/>
                    <a:pt x="4918" y="3153"/>
                    <a:pt x="5017" y="3503"/>
                  </a:cubicBezTo>
                  <a:cubicBezTo>
                    <a:pt x="5077" y="3715"/>
                    <a:pt x="5108" y="3935"/>
                    <a:pt x="5115" y="4163"/>
                  </a:cubicBezTo>
                  <a:cubicBezTo>
                    <a:pt x="5123" y="4512"/>
                    <a:pt x="5130" y="4611"/>
                    <a:pt x="5123" y="5476"/>
                  </a:cubicBezTo>
                  <a:cubicBezTo>
                    <a:pt x="5123" y="6341"/>
                    <a:pt x="5123" y="6447"/>
                    <a:pt x="5108" y="6781"/>
                  </a:cubicBezTo>
                  <a:cubicBezTo>
                    <a:pt x="5108" y="6963"/>
                    <a:pt x="5077" y="7153"/>
                    <a:pt x="5009" y="7327"/>
                  </a:cubicBezTo>
                  <a:cubicBezTo>
                    <a:pt x="4935" y="7515"/>
                    <a:pt x="4755" y="7637"/>
                    <a:pt x="4552" y="7637"/>
                  </a:cubicBezTo>
                  <a:cubicBezTo>
                    <a:pt x="4525" y="7637"/>
                    <a:pt x="4498" y="7635"/>
                    <a:pt x="4470" y="7631"/>
                  </a:cubicBezTo>
                  <a:cubicBezTo>
                    <a:pt x="4288" y="7601"/>
                    <a:pt x="4114" y="7532"/>
                    <a:pt x="3947" y="7441"/>
                  </a:cubicBezTo>
                  <a:cubicBezTo>
                    <a:pt x="3651" y="7282"/>
                    <a:pt x="3567" y="7236"/>
                    <a:pt x="2808" y="6804"/>
                  </a:cubicBezTo>
                  <a:cubicBezTo>
                    <a:pt x="2057" y="6364"/>
                    <a:pt x="1973" y="6310"/>
                    <a:pt x="1670" y="6128"/>
                  </a:cubicBezTo>
                  <a:cubicBezTo>
                    <a:pt x="1480" y="6007"/>
                    <a:pt x="1306" y="5870"/>
                    <a:pt x="1154" y="5711"/>
                  </a:cubicBezTo>
                  <a:cubicBezTo>
                    <a:pt x="896" y="5453"/>
                    <a:pt x="714" y="5134"/>
                    <a:pt x="615" y="4785"/>
                  </a:cubicBezTo>
                  <a:cubicBezTo>
                    <a:pt x="554" y="4573"/>
                    <a:pt x="524" y="4353"/>
                    <a:pt x="524" y="4132"/>
                  </a:cubicBezTo>
                  <a:cubicBezTo>
                    <a:pt x="509" y="3783"/>
                    <a:pt x="509" y="3677"/>
                    <a:pt x="509" y="2812"/>
                  </a:cubicBezTo>
                  <a:cubicBezTo>
                    <a:pt x="516" y="1947"/>
                    <a:pt x="516" y="1848"/>
                    <a:pt x="532" y="1514"/>
                  </a:cubicBezTo>
                  <a:cubicBezTo>
                    <a:pt x="524" y="1325"/>
                    <a:pt x="562" y="1142"/>
                    <a:pt x="623" y="968"/>
                  </a:cubicBezTo>
                  <a:cubicBezTo>
                    <a:pt x="695" y="778"/>
                    <a:pt x="875" y="655"/>
                    <a:pt x="1070" y="655"/>
                  </a:cubicBezTo>
                  <a:close/>
                  <a:moveTo>
                    <a:pt x="850" y="0"/>
                  </a:moveTo>
                  <a:cubicBezTo>
                    <a:pt x="722" y="0"/>
                    <a:pt x="592" y="33"/>
                    <a:pt x="478" y="95"/>
                  </a:cubicBezTo>
                  <a:cubicBezTo>
                    <a:pt x="334" y="186"/>
                    <a:pt x="213" y="323"/>
                    <a:pt x="152" y="482"/>
                  </a:cubicBezTo>
                  <a:cubicBezTo>
                    <a:pt x="69" y="710"/>
                    <a:pt x="23" y="953"/>
                    <a:pt x="23" y="1196"/>
                  </a:cubicBezTo>
                  <a:cubicBezTo>
                    <a:pt x="8" y="1529"/>
                    <a:pt x="0" y="1636"/>
                    <a:pt x="0" y="2524"/>
                  </a:cubicBezTo>
                  <a:cubicBezTo>
                    <a:pt x="0" y="3404"/>
                    <a:pt x="0" y="3510"/>
                    <a:pt x="16" y="3867"/>
                  </a:cubicBezTo>
                  <a:cubicBezTo>
                    <a:pt x="23" y="4155"/>
                    <a:pt x="69" y="4444"/>
                    <a:pt x="145" y="4724"/>
                  </a:cubicBezTo>
                  <a:cubicBezTo>
                    <a:pt x="296" y="5263"/>
                    <a:pt x="577" y="5749"/>
                    <a:pt x="964" y="6151"/>
                  </a:cubicBezTo>
                  <a:cubicBezTo>
                    <a:pt x="1169" y="6364"/>
                    <a:pt x="1397" y="6546"/>
                    <a:pt x="1647" y="6697"/>
                  </a:cubicBezTo>
                  <a:cubicBezTo>
                    <a:pt x="1951" y="6887"/>
                    <a:pt x="2042" y="6948"/>
                    <a:pt x="2808" y="7388"/>
                  </a:cubicBezTo>
                  <a:cubicBezTo>
                    <a:pt x="3575" y="7828"/>
                    <a:pt x="3673" y="7881"/>
                    <a:pt x="3969" y="8041"/>
                  </a:cubicBezTo>
                  <a:cubicBezTo>
                    <a:pt x="4182" y="8162"/>
                    <a:pt x="4417" y="8246"/>
                    <a:pt x="4660" y="8284"/>
                  </a:cubicBezTo>
                  <a:cubicBezTo>
                    <a:pt x="4702" y="8291"/>
                    <a:pt x="4746" y="8295"/>
                    <a:pt x="4789" y="8295"/>
                  </a:cubicBezTo>
                  <a:cubicBezTo>
                    <a:pt x="4917" y="8295"/>
                    <a:pt x="5048" y="8262"/>
                    <a:pt x="5161" y="8200"/>
                  </a:cubicBezTo>
                  <a:cubicBezTo>
                    <a:pt x="5313" y="8109"/>
                    <a:pt x="5426" y="7972"/>
                    <a:pt x="5487" y="7813"/>
                  </a:cubicBezTo>
                  <a:cubicBezTo>
                    <a:pt x="5571" y="7585"/>
                    <a:pt x="5616" y="7343"/>
                    <a:pt x="5616" y="7100"/>
                  </a:cubicBezTo>
                  <a:cubicBezTo>
                    <a:pt x="5631" y="6766"/>
                    <a:pt x="5639" y="6652"/>
                    <a:pt x="5639" y="5772"/>
                  </a:cubicBezTo>
                  <a:cubicBezTo>
                    <a:pt x="5639" y="4891"/>
                    <a:pt x="5639" y="4778"/>
                    <a:pt x="5624" y="4428"/>
                  </a:cubicBezTo>
                  <a:cubicBezTo>
                    <a:pt x="5616" y="4140"/>
                    <a:pt x="5578" y="3844"/>
                    <a:pt x="5495" y="3563"/>
                  </a:cubicBezTo>
                  <a:cubicBezTo>
                    <a:pt x="5343" y="3032"/>
                    <a:pt x="5062" y="2546"/>
                    <a:pt x="4675" y="2144"/>
                  </a:cubicBezTo>
                  <a:cubicBezTo>
                    <a:pt x="4470" y="1932"/>
                    <a:pt x="4243" y="1750"/>
                    <a:pt x="3992" y="1598"/>
                  </a:cubicBezTo>
                  <a:cubicBezTo>
                    <a:pt x="3689" y="1408"/>
                    <a:pt x="3597" y="1347"/>
                    <a:pt x="2831" y="907"/>
                  </a:cubicBezTo>
                  <a:cubicBezTo>
                    <a:pt x="2065" y="467"/>
                    <a:pt x="1966" y="414"/>
                    <a:pt x="1670" y="255"/>
                  </a:cubicBezTo>
                  <a:cubicBezTo>
                    <a:pt x="1457" y="133"/>
                    <a:pt x="1222" y="50"/>
                    <a:pt x="979" y="12"/>
                  </a:cubicBezTo>
                  <a:cubicBezTo>
                    <a:pt x="937" y="4"/>
                    <a:pt x="894" y="0"/>
                    <a:pt x="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3239376" y="2914858"/>
              <a:ext cx="72355" cy="92690"/>
            </a:xfrm>
            <a:custGeom>
              <a:rect b="b" l="l" r="r" t="t"/>
              <a:pathLst>
                <a:path extrusionOk="0" h="3724" w="2907">
                  <a:moveTo>
                    <a:pt x="1035" y="654"/>
                  </a:moveTo>
                  <a:cubicBezTo>
                    <a:pt x="1163" y="654"/>
                    <a:pt x="1306" y="696"/>
                    <a:pt x="1457" y="785"/>
                  </a:cubicBezTo>
                  <a:cubicBezTo>
                    <a:pt x="1973" y="1081"/>
                    <a:pt x="2398" y="1810"/>
                    <a:pt x="2391" y="2401"/>
                  </a:cubicBezTo>
                  <a:cubicBezTo>
                    <a:pt x="2391" y="2826"/>
                    <a:pt x="2178" y="3071"/>
                    <a:pt x="1871" y="3071"/>
                  </a:cubicBezTo>
                  <a:cubicBezTo>
                    <a:pt x="1744" y="3071"/>
                    <a:pt x="1601" y="3029"/>
                    <a:pt x="1450" y="2940"/>
                  </a:cubicBezTo>
                  <a:cubicBezTo>
                    <a:pt x="934" y="2644"/>
                    <a:pt x="509" y="1916"/>
                    <a:pt x="516" y="1316"/>
                  </a:cubicBezTo>
                  <a:cubicBezTo>
                    <a:pt x="516" y="898"/>
                    <a:pt x="729" y="654"/>
                    <a:pt x="1035" y="654"/>
                  </a:cubicBezTo>
                  <a:close/>
                  <a:moveTo>
                    <a:pt x="806" y="0"/>
                  </a:moveTo>
                  <a:cubicBezTo>
                    <a:pt x="334" y="0"/>
                    <a:pt x="8" y="374"/>
                    <a:pt x="8" y="1028"/>
                  </a:cubicBezTo>
                  <a:cubicBezTo>
                    <a:pt x="0" y="1946"/>
                    <a:pt x="645" y="3062"/>
                    <a:pt x="1450" y="3525"/>
                  </a:cubicBezTo>
                  <a:cubicBezTo>
                    <a:pt x="1682" y="3660"/>
                    <a:pt x="1903" y="3724"/>
                    <a:pt x="2098" y="3724"/>
                  </a:cubicBezTo>
                  <a:cubicBezTo>
                    <a:pt x="2572" y="3724"/>
                    <a:pt x="2899" y="3348"/>
                    <a:pt x="2899" y="2697"/>
                  </a:cubicBezTo>
                  <a:cubicBezTo>
                    <a:pt x="2907" y="1772"/>
                    <a:pt x="2254" y="656"/>
                    <a:pt x="1457" y="201"/>
                  </a:cubicBezTo>
                  <a:cubicBezTo>
                    <a:pt x="1223" y="65"/>
                    <a:pt x="1002" y="0"/>
                    <a:pt x="8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3304737" y="2928896"/>
              <a:ext cx="16826" cy="21580"/>
            </a:xfrm>
            <a:custGeom>
              <a:rect b="b" l="l" r="r" t="t"/>
              <a:pathLst>
                <a:path extrusionOk="0" h="867" w="676">
                  <a:moveTo>
                    <a:pt x="187" y="0"/>
                  </a:moveTo>
                  <a:cubicBezTo>
                    <a:pt x="76" y="0"/>
                    <a:pt x="0" y="86"/>
                    <a:pt x="0" y="236"/>
                  </a:cubicBezTo>
                  <a:cubicBezTo>
                    <a:pt x="8" y="479"/>
                    <a:pt x="137" y="692"/>
                    <a:pt x="334" y="821"/>
                  </a:cubicBezTo>
                  <a:cubicBezTo>
                    <a:pt x="390" y="852"/>
                    <a:pt x="442" y="867"/>
                    <a:pt x="489" y="867"/>
                  </a:cubicBezTo>
                  <a:cubicBezTo>
                    <a:pt x="600" y="867"/>
                    <a:pt x="675" y="781"/>
                    <a:pt x="675" y="631"/>
                  </a:cubicBezTo>
                  <a:cubicBezTo>
                    <a:pt x="660" y="396"/>
                    <a:pt x="539" y="175"/>
                    <a:pt x="342" y="46"/>
                  </a:cubicBezTo>
                  <a:cubicBezTo>
                    <a:pt x="286" y="15"/>
                    <a:pt x="233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